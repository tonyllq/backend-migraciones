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8"/>
  </p:notesMasterIdLst>
  <p:sldIdLst>
    <p:sldId id="256" r:id="rId2"/>
    <p:sldId id="361" r:id="rId3"/>
    <p:sldId id="376" r:id="rId4"/>
    <p:sldId id="377" r:id="rId5"/>
    <p:sldId id="375" r:id="rId6"/>
    <p:sldId id="378" r:id="rId7"/>
  </p:sldIdLst>
  <p:sldSz cx="9144000" cy="6858000" type="screen4x3"/>
  <p:notesSz cx="6858000" cy="9144000"/>
  <p:embeddedFontLst>
    <p:embeddedFont>
      <p:font typeface="Lato" panose="020F0502020204030203" pitchFamily="34" charset="0"/>
      <p:regular r:id="rId9"/>
      <p:bold r:id="rId10"/>
      <p:italic r:id="rId11"/>
      <p:boldItalic r:id="rId12"/>
    </p:embeddedFont>
    <p:embeddedFont>
      <p:font typeface="Raleway" pitchFamily="2"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ción predeterminada" id="{9B45CBC3-F48A-48CD-8F81-95295648E5B4}">
          <p14:sldIdLst>
            <p14:sldId id="256"/>
            <p14:sldId id="361"/>
            <p14:sldId id="376"/>
            <p14:sldId id="377"/>
            <p14:sldId id="375"/>
            <p14:sldId id="378"/>
          </p14:sldIdLst>
        </p14:section>
        <p14:section name="Sección sin título" id="{16713B31-FBEC-4C1D-B97D-DD511F64479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A6A8D1-4C54-56DA-9CEA-511E00238A77}" name="Locador_SRIM_05" initials="L" userId="S-1-5-21-1842204679-3192422413-1312361310-3366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4DA765"/>
    <a:srgbClr val="579D68"/>
    <a:srgbClr val="39BB77"/>
    <a:srgbClr val="F19A1B"/>
    <a:srgbClr val="FFFF00"/>
    <a:srgbClr val="3A81BA"/>
    <a:srgbClr val="00CCFF"/>
    <a:srgbClr val="FEE8E6"/>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B40F4B2-FCD9-4781-847C-3BA2BF20265F}">
  <a:tblStyle styleId="{DB40F4B2-FCD9-4781-847C-3BA2BF20265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33" autoAdjust="0"/>
    <p:restoredTop sz="94660"/>
  </p:normalViewPr>
  <p:slideViewPr>
    <p:cSldViewPr snapToGrid="0">
      <p:cViewPr varScale="1">
        <p:scale>
          <a:sx n="79" d="100"/>
          <a:sy n="79" d="100"/>
        </p:scale>
        <p:origin x="136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3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PE"/>
          </a:p>
        </p:txBody>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94254175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Shape 8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s-PE" dirty="0"/>
          </a:p>
        </p:txBody>
      </p:sp>
      <p:sp>
        <p:nvSpPr>
          <p:cNvPr id="86" name="Shape 8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11084735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721425" y="3785246"/>
            <a:ext cx="5216700" cy="1546500"/>
          </a:xfrm>
          <a:prstGeom prst="rect">
            <a:avLst/>
          </a:prstGeom>
        </p:spPr>
        <p:txBody>
          <a:bodyPr spcFirstLastPara="1" wrap="square" lIns="91425" tIns="91425" rIns="91425" bIns="91425" anchor="t" anchorCtr="0"/>
          <a:lstStyle>
            <a:lvl1pPr lvl="0">
              <a:spcBef>
                <a:spcPts val="0"/>
              </a:spcBef>
              <a:spcAft>
                <a:spcPts val="0"/>
              </a:spcAft>
              <a:buClr>
                <a:srgbClr val="2185C5"/>
              </a:buClr>
              <a:buSzPts val="4800"/>
              <a:buNone/>
              <a:defRPr sz="4800">
                <a:solidFill>
                  <a:srgbClr val="2185C5"/>
                </a:solidFill>
              </a:defRPr>
            </a:lvl1pPr>
            <a:lvl2pPr lvl="1">
              <a:spcBef>
                <a:spcPts val="0"/>
              </a:spcBef>
              <a:spcAft>
                <a:spcPts val="0"/>
              </a:spcAft>
              <a:buClr>
                <a:srgbClr val="2185C5"/>
              </a:buClr>
              <a:buSzPts val="4800"/>
              <a:buNone/>
              <a:defRPr sz="4800">
                <a:solidFill>
                  <a:srgbClr val="2185C5"/>
                </a:solidFill>
              </a:defRPr>
            </a:lvl2pPr>
            <a:lvl3pPr lvl="2">
              <a:spcBef>
                <a:spcPts val="0"/>
              </a:spcBef>
              <a:spcAft>
                <a:spcPts val="0"/>
              </a:spcAft>
              <a:buClr>
                <a:srgbClr val="2185C5"/>
              </a:buClr>
              <a:buSzPts val="4800"/>
              <a:buNone/>
              <a:defRPr sz="4800">
                <a:solidFill>
                  <a:srgbClr val="2185C5"/>
                </a:solidFill>
              </a:defRPr>
            </a:lvl3pPr>
            <a:lvl4pPr lvl="3">
              <a:spcBef>
                <a:spcPts val="0"/>
              </a:spcBef>
              <a:spcAft>
                <a:spcPts val="0"/>
              </a:spcAft>
              <a:buClr>
                <a:srgbClr val="2185C5"/>
              </a:buClr>
              <a:buSzPts val="4800"/>
              <a:buNone/>
              <a:defRPr sz="4800">
                <a:solidFill>
                  <a:srgbClr val="2185C5"/>
                </a:solidFill>
              </a:defRPr>
            </a:lvl4pPr>
            <a:lvl5pPr lvl="4">
              <a:spcBef>
                <a:spcPts val="0"/>
              </a:spcBef>
              <a:spcAft>
                <a:spcPts val="0"/>
              </a:spcAft>
              <a:buClr>
                <a:srgbClr val="2185C5"/>
              </a:buClr>
              <a:buSzPts val="4800"/>
              <a:buNone/>
              <a:defRPr sz="4800">
                <a:solidFill>
                  <a:srgbClr val="2185C5"/>
                </a:solidFill>
              </a:defRPr>
            </a:lvl5pPr>
            <a:lvl6pPr lvl="5">
              <a:spcBef>
                <a:spcPts val="0"/>
              </a:spcBef>
              <a:spcAft>
                <a:spcPts val="0"/>
              </a:spcAft>
              <a:buClr>
                <a:srgbClr val="2185C5"/>
              </a:buClr>
              <a:buSzPts val="4800"/>
              <a:buNone/>
              <a:defRPr sz="4800">
                <a:solidFill>
                  <a:srgbClr val="2185C5"/>
                </a:solidFill>
              </a:defRPr>
            </a:lvl6pPr>
            <a:lvl7pPr lvl="6">
              <a:spcBef>
                <a:spcPts val="0"/>
              </a:spcBef>
              <a:spcAft>
                <a:spcPts val="0"/>
              </a:spcAft>
              <a:buClr>
                <a:srgbClr val="2185C5"/>
              </a:buClr>
              <a:buSzPts val="4800"/>
              <a:buNone/>
              <a:defRPr sz="4800">
                <a:solidFill>
                  <a:srgbClr val="2185C5"/>
                </a:solidFill>
              </a:defRPr>
            </a:lvl7pPr>
            <a:lvl8pPr lvl="7">
              <a:spcBef>
                <a:spcPts val="0"/>
              </a:spcBef>
              <a:spcAft>
                <a:spcPts val="0"/>
              </a:spcAft>
              <a:buClr>
                <a:srgbClr val="2185C5"/>
              </a:buClr>
              <a:buSzPts val="4800"/>
              <a:buNone/>
              <a:defRPr sz="4800">
                <a:solidFill>
                  <a:srgbClr val="2185C5"/>
                </a:solidFill>
              </a:defRPr>
            </a:lvl8pPr>
            <a:lvl9pPr lvl="8">
              <a:spcBef>
                <a:spcPts val="0"/>
              </a:spcBef>
              <a:spcAft>
                <a:spcPts val="0"/>
              </a:spcAft>
              <a:buClr>
                <a:srgbClr val="2185C5"/>
              </a:buClr>
              <a:buSzPts val="4800"/>
              <a:buNone/>
              <a:defRPr sz="4800">
                <a:solidFill>
                  <a:srgbClr val="2185C5"/>
                </a:solidFill>
              </a:defRPr>
            </a:lvl9pPr>
          </a:lstStyle>
          <a:p>
            <a:endParaRPr dirty="0"/>
          </a:p>
        </p:txBody>
      </p:sp>
      <p:sp>
        <p:nvSpPr>
          <p:cNvPr id="11" name="Shape 11"/>
          <p:cNvSpPr/>
          <p:nvPr/>
        </p:nvSpPr>
        <p:spPr>
          <a:xfrm>
            <a:off x="5938246" y="3377550"/>
            <a:ext cx="721800" cy="102900"/>
          </a:xfrm>
          <a:prstGeom prst="rect">
            <a:avLst/>
          </a:prstGeom>
          <a:solidFill>
            <a:srgbClr val="A8D08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 name="Shape 12"/>
          <p:cNvSpPr/>
          <p:nvPr/>
        </p:nvSpPr>
        <p:spPr>
          <a:xfrm>
            <a:off x="6659861" y="3377550"/>
            <a:ext cx="721800" cy="102900"/>
          </a:xfrm>
          <a:prstGeom prst="rect">
            <a:avLst/>
          </a:prstGeom>
          <a:solidFill>
            <a:srgbClr val="669966"/>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 name="Shape 13"/>
          <p:cNvSpPr/>
          <p:nvPr/>
        </p:nvSpPr>
        <p:spPr>
          <a:xfrm>
            <a:off x="-1" y="3377550"/>
            <a:ext cx="721800" cy="102900"/>
          </a:xfrm>
          <a:prstGeom prst="rect">
            <a:avLst/>
          </a:prstGeom>
          <a:solidFill>
            <a:srgbClr val="0099CC"/>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 name="Shape 14"/>
          <p:cNvSpPr/>
          <p:nvPr/>
        </p:nvSpPr>
        <p:spPr>
          <a:xfrm>
            <a:off x="721425" y="3377550"/>
            <a:ext cx="5216700" cy="102900"/>
          </a:xfrm>
          <a:prstGeom prst="rect">
            <a:avLst/>
          </a:prstGeom>
          <a:solidFill>
            <a:srgbClr val="006699"/>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3" name="Imagen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07825" y="166649"/>
            <a:ext cx="2684903" cy="89496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Shape 73"/>
          <p:cNvSpPr/>
          <p:nvPr/>
        </p:nvSpPr>
        <p:spPr>
          <a:xfrm>
            <a:off x="7356366" y="6755100"/>
            <a:ext cx="893700" cy="102900"/>
          </a:xfrm>
          <a:prstGeom prst="rect">
            <a:avLst/>
          </a:prstGeom>
          <a:solidFill>
            <a:srgbClr val="A8D08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 name="Shape 74"/>
          <p:cNvSpPr/>
          <p:nvPr/>
        </p:nvSpPr>
        <p:spPr>
          <a:xfrm>
            <a:off x="8250312" y="6755100"/>
            <a:ext cx="893700" cy="102900"/>
          </a:xfrm>
          <a:prstGeom prst="rect">
            <a:avLst/>
          </a:prstGeom>
          <a:solidFill>
            <a:srgbClr val="669966"/>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 name="Shape 75"/>
          <p:cNvSpPr/>
          <p:nvPr/>
        </p:nvSpPr>
        <p:spPr>
          <a:xfrm>
            <a:off x="0" y="6755100"/>
            <a:ext cx="893700" cy="102900"/>
          </a:xfrm>
          <a:prstGeom prst="rect">
            <a:avLst/>
          </a:prstGeom>
          <a:solidFill>
            <a:srgbClr val="0099CC"/>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 name="Shape 76"/>
          <p:cNvSpPr/>
          <p:nvPr/>
        </p:nvSpPr>
        <p:spPr>
          <a:xfrm>
            <a:off x="893710" y="6755100"/>
            <a:ext cx="6462600" cy="102900"/>
          </a:xfrm>
          <a:prstGeom prst="rect">
            <a:avLst/>
          </a:prstGeom>
          <a:solidFill>
            <a:srgbClr val="006699"/>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 name="Shape 77"/>
          <p:cNvSpPr txBox="1">
            <a:spLocks noGrp="1"/>
          </p:cNvSpPr>
          <p:nvPr>
            <p:ph type="sldNum" idx="12"/>
          </p:nvPr>
        </p:nvSpPr>
        <p:spPr>
          <a:xfrm>
            <a:off x="8480575" y="6364177"/>
            <a:ext cx="548700" cy="4179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‹Nº›</a:t>
            </a:fld>
            <a:endParaRPr/>
          </a:p>
        </p:txBody>
      </p:sp>
      <p:pic>
        <p:nvPicPr>
          <p:cNvPr id="7" name="Imagen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89327" y="67355"/>
            <a:ext cx="714375" cy="71437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893700" y="274650"/>
            <a:ext cx="6462600" cy="11430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1pPr>
            <a:lvl2pPr lvl="1">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2pPr>
            <a:lvl3pPr lvl="2">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3pPr>
            <a:lvl4pPr lvl="3">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4pPr>
            <a:lvl5pPr lvl="4">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5pPr>
            <a:lvl6pPr lvl="5">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6pPr>
            <a:lvl7pPr lvl="6">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7pPr>
            <a:lvl8pPr lvl="7">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8pPr>
            <a:lvl9pPr lvl="8">
              <a:spcBef>
                <a:spcPts val="0"/>
              </a:spcBef>
              <a:spcAft>
                <a:spcPts val="0"/>
              </a:spcAft>
              <a:buClr>
                <a:srgbClr val="97ABBC"/>
              </a:buClr>
              <a:buSzPts val="3600"/>
              <a:buFont typeface="Raleway"/>
              <a:buNone/>
              <a:defRPr sz="3600">
                <a:solidFill>
                  <a:srgbClr val="97ABBC"/>
                </a:solidFill>
                <a:latin typeface="Raleway"/>
                <a:ea typeface="Raleway"/>
                <a:cs typeface="Raleway"/>
                <a:sym typeface="Raleway"/>
              </a:defRPr>
            </a:lvl9pPr>
          </a:lstStyle>
          <a:p>
            <a:endParaRPr/>
          </a:p>
        </p:txBody>
      </p:sp>
      <p:sp>
        <p:nvSpPr>
          <p:cNvPr id="7" name="Shape 7"/>
          <p:cNvSpPr txBox="1">
            <a:spLocks noGrp="1"/>
          </p:cNvSpPr>
          <p:nvPr>
            <p:ph type="body" idx="1"/>
          </p:nvPr>
        </p:nvSpPr>
        <p:spPr>
          <a:xfrm>
            <a:off x="893700" y="1831450"/>
            <a:ext cx="6462600" cy="4736400"/>
          </a:xfrm>
          <a:prstGeom prst="rect">
            <a:avLst/>
          </a:prstGeom>
          <a:noFill/>
          <a:ln>
            <a:noFill/>
          </a:ln>
        </p:spPr>
        <p:txBody>
          <a:bodyPr spcFirstLastPara="1" wrap="square" lIns="91425" tIns="91425" rIns="91425" bIns="91425" anchor="t" anchorCtr="0"/>
          <a:lstStyle>
            <a:lvl1pPr marL="457200" lvl="0" indent="-419100">
              <a:spcBef>
                <a:spcPts val="600"/>
              </a:spcBef>
              <a:spcAft>
                <a:spcPts val="0"/>
              </a:spcAft>
              <a:buClr>
                <a:srgbClr val="677480"/>
              </a:buClr>
              <a:buSzPts val="3000"/>
              <a:buFont typeface="Lato"/>
              <a:buChar char="▷"/>
              <a:defRPr sz="3000">
                <a:solidFill>
                  <a:srgbClr val="677480"/>
                </a:solidFill>
                <a:latin typeface="Lato"/>
                <a:ea typeface="Lato"/>
                <a:cs typeface="Lato"/>
                <a:sym typeface="Lato"/>
              </a:defRPr>
            </a:lvl1pPr>
            <a:lvl2pPr marL="914400" lvl="1" indent="-381000">
              <a:spcBef>
                <a:spcPts val="0"/>
              </a:spcBef>
              <a:spcAft>
                <a:spcPts val="0"/>
              </a:spcAft>
              <a:buClr>
                <a:srgbClr val="677480"/>
              </a:buClr>
              <a:buSzPts val="2400"/>
              <a:buFont typeface="Lato"/>
              <a:buChar char="○"/>
              <a:defRPr sz="2400">
                <a:solidFill>
                  <a:srgbClr val="677480"/>
                </a:solidFill>
                <a:latin typeface="Lato"/>
                <a:ea typeface="Lato"/>
                <a:cs typeface="Lato"/>
                <a:sym typeface="Lato"/>
              </a:defRPr>
            </a:lvl2pPr>
            <a:lvl3pPr marL="1371600" lvl="2" indent="-381000">
              <a:spcBef>
                <a:spcPts val="0"/>
              </a:spcBef>
              <a:spcAft>
                <a:spcPts val="0"/>
              </a:spcAft>
              <a:buClr>
                <a:srgbClr val="677480"/>
              </a:buClr>
              <a:buSzPts val="2400"/>
              <a:buFont typeface="Lato"/>
              <a:buChar char="■"/>
              <a:defRPr sz="2400">
                <a:solidFill>
                  <a:srgbClr val="677480"/>
                </a:solidFill>
                <a:latin typeface="Lato"/>
                <a:ea typeface="Lato"/>
                <a:cs typeface="Lato"/>
                <a:sym typeface="Lato"/>
              </a:defRPr>
            </a:lvl3pPr>
            <a:lvl4pPr marL="1828800" lvl="3" indent="-342900">
              <a:spcBef>
                <a:spcPts val="0"/>
              </a:spcBef>
              <a:spcAft>
                <a:spcPts val="0"/>
              </a:spcAft>
              <a:buClr>
                <a:srgbClr val="677480"/>
              </a:buClr>
              <a:buSzPts val="1800"/>
              <a:buFont typeface="Lato"/>
              <a:buChar char="●"/>
              <a:defRPr sz="1800">
                <a:solidFill>
                  <a:srgbClr val="677480"/>
                </a:solidFill>
                <a:latin typeface="Lato"/>
                <a:ea typeface="Lato"/>
                <a:cs typeface="Lato"/>
                <a:sym typeface="Lato"/>
              </a:defRPr>
            </a:lvl4pPr>
            <a:lvl5pPr marL="2286000" lvl="4" indent="-342900">
              <a:spcBef>
                <a:spcPts val="0"/>
              </a:spcBef>
              <a:spcAft>
                <a:spcPts val="0"/>
              </a:spcAft>
              <a:buClr>
                <a:srgbClr val="677480"/>
              </a:buClr>
              <a:buSzPts val="1800"/>
              <a:buFont typeface="Lato"/>
              <a:buChar char="○"/>
              <a:defRPr sz="1800">
                <a:solidFill>
                  <a:srgbClr val="677480"/>
                </a:solidFill>
                <a:latin typeface="Lato"/>
                <a:ea typeface="Lato"/>
                <a:cs typeface="Lato"/>
                <a:sym typeface="Lato"/>
              </a:defRPr>
            </a:lvl5pPr>
            <a:lvl6pPr marL="2743200" lvl="5" indent="-342900">
              <a:spcBef>
                <a:spcPts val="0"/>
              </a:spcBef>
              <a:spcAft>
                <a:spcPts val="0"/>
              </a:spcAft>
              <a:buClr>
                <a:srgbClr val="677480"/>
              </a:buClr>
              <a:buSzPts val="1800"/>
              <a:buFont typeface="Lato"/>
              <a:buChar char="■"/>
              <a:defRPr sz="1800">
                <a:solidFill>
                  <a:srgbClr val="677480"/>
                </a:solidFill>
                <a:latin typeface="Lato"/>
                <a:ea typeface="Lato"/>
                <a:cs typeface="Lato"/>
                <a:sym typeface="Lato"/>
              </a:defRPr>
            </a:lvl6pPr>
            <a:lvl7pPr marL="3200400" lvl="6" indent="-342900">
              <a:spcBef>
                <a:spcPts val="0"/>
              </a:spcBef>
              <a:spcAft>
                <a:spcPts val="0"/>
              </a:spcAft>
              <a:buClr>
                <a:srgbClr val="677480"/>
              </a:buClr>
              <a:buSzPts val="1800"/>
              <a:buFont typeface="Lato"/>
              <a:buChar char="●"/>
              <a:defRPr sz="1800">
                <a:solidFill>
                  <a:srgbClr val="677480"/>
                </a:solidFill>
                <a:latin typeface="Lato"/>
                <a:ea typeface="Lato"/>
                <a:cs typeface="Lato"/>
                <a:sym typeface="Lato"/>
              </a:defRPr>
            </a:lvl7pPr>
            <a:lvl8pPr marL="3657600" lvl="7" indent="-342900">
              <a:spcBef>
                <a:spcPts val="0"/>
              </a:spcBef>
              <a:spcAft>
                <a:spcPts val="0"/>
              </a:spcAft>
              <a:buClr>
                <a:srgbClr val="677480"/>
              </a:buClr>
              <a:buSzPts val="1800"/>
              <a:buFont typeface="Lato"/>
              <a:buChar char="○"/>
              <a:defRPr sz="1800">
                <a:solidFill>
                  <a:srgbClr val="677480"/>
                </a:solidFill>
                <a:latin typeface="Lato"/>
                <a:ea typeface="Lato"/>
                <a:cs typeface="Lato"/>
                <a:sym typeface="Lato"/>
              </a:defRPr>
            </a:lvl8pPr>
            <a:lvl9pPr marL="4114800" lvl="8" indent="-342900">
              <a:spcBef>
                <a:spcPts val="0"/>
              </a:spcBef>
              <a:spcAft>
                <a:spcPts val="0"/>
              </a:spcAft>
              <a:buClr>
                <a:srgbClr val="677480"/>
              </a:buClr>
              <a:buSzPts val="1800"/>
              <a:buFont typeface="Lato"/>
              <a:buChar char="■"/>
              <a:defRPr sz="1800">
                <a:solidFill>
                  <a:srgbClr val="677480"/>
                </a:solidFill>
                <a:latin typeface="Lato"/>
                <a:ea typeface="Lato"/>
                <a:cs typeface="Lato"/>
                <a:sym typeface="Lato"/>
              </a:defRPr>
            </a:lvl9pPr>
          </a:lstStyle>
          <a:p>
            <a:endParaRPr/>
          </a:p>
        </p:txBody>
      </p:sp>
      <p:sp>
        <p:nvSpPr>
          <p:cNvPr id="8" name="Shape 8"/>
          <p:cNvSpPr txBox="1">
            <a:spLocks noGrp="1"/>
          </p:cNvSpPr>
          <p:nvPr>
            <p:ph type="sldNum" idx="12"/>
          </p:nvPr>
        </p:nvSpPr>
        <p:spPr>
          <a:xfrm>
            <a:off x="8480575" y="6364177"/>
            <a:ext cx="548700" cy="417900"/>
          </a:xfrm>
          <a:prstGeom prst="rect">
            <a:avLst/>
          </a:prstGeom>
          <a:noFill/>
          <a:ln>
            <a:noFill/>
          </a:ln>
        </p:spPr>
        <p:txBody>
          <a:bodyPr spcFirstLastPara="1" wrap="square" lIns="91425" tIns="91425" rIns="91425" bIns="91425" anchor="t" anchorCtr="0">
            <a:noAutofit/>
          </a:bodyPr>
          <a:lstStyle>
            <a:lvl1pPr lvl="0" algn="r">
              <a:buNone/>
              <a:defRPr sz="1300">
                <a:solidFill>
                  <a:srgbClr val="97ABBC"/>
                </a:solidFill>
                <a:latin typeface="Lato"/>
                <a:ea typeface="Lato"/>
                <a:cs typeface="Lato"/>
                <a:sym typeface="Lato"/>
              </a:defRPr>
            </a:lvl1pPr>
            <a:lvl2pPr lvl="1" algn="r">
              <a:buNone/>
              <a:defRPr sz="1300">
                <a:solidFill>
                  <a:srgbClr val="97ABBC"/>
                </a:solidFill>
                <a:latin typeface="Lato"/>
                <a:ea typeface="Lato"/>
                <a:cs typeface="Lato"/>
                <a:sym typeface="Lato"/>
              </a:defRPr>
            </a:lvl2pPr>
            <a:lvl3pPr lvl="2" algn="r">
              <a:buNone/>
              <a:defRPr sz="1300">
                <a:solidFill>
                  <a:srgbClr val="97ABBC"/>
                </a:solidFill>
                <a:latin typeface="Lato"/>
                <a:ea typeface="Lato"/>
                <a:cs typeface="Lato"/>
                <a:sym typeface="Lato"/>
              </a:defRPr>
            </a:lvl3pPr>
            <a:lvl4pPr lvl="3" algn="r">
              <a:buNone/>
              <a:defRPr sz="1300">
                <a:solidFill>
                  <a:srgbClr val="97ABBC"/>
                </a:solidFill>
                <a:latin typeface="Lato"/>
                <a:ea typeface="Lato"/>
                <a:cs typeface="Lato"/>
                <a:sym typeface="Lato"/>
              </a:defRPr>
            </a:lvl4pPr>
            <a:lvl5pPr lvl="4" algn="r">
              <a:buNone/>
              <a:defRPr sz="1300">
                <a:solidFill>
                  <a:srgbClr val="97ABBC"/>
                </a:solidFill>
                <a:latin typeface="Lato"/>
                <a:ea typeface="Lato"/>
                <a:cs typeface="Lato"/>
                <a:sym typeface="Lato"/>
              </a:defRPr>
            </a:lvl5pPr>
            <a:lvl6pPr lvl="5" algn="r">
              <a:buNone/>
              <a:defRPr sz="1300">
                <a:solidFill>
                  <a:srgbClr val="97ABBC"/>
                </a:solidFill>
                <a:latin typeface="Lato"/>
                <a:ea typeface="Lato"/>
                <a:cs typeface="Lato"/>
                <a:sym typeface="Lato"/>
              </a:defRPr>
            </a:lvl6pPr>
            <a:lvl7pPr lvl="6" algn="r">
              <a:buNone/>
              <a:defRPr sz="1300">
                <a:solidFill>
                  <a:srgbClr val="97ABBC"/>
                </a:solidFill>
                <a:latin typeface="Lato"/>
                <a:ea typeface="Lato"/>
                <a:cs typeface="Lato"/>
                <a:sym typeface="Lato"/>
              </a:defRPr>
            </a:lvl7pPr>
            <a:lvl8pPr lvl="7" algn="r">
              <a:buNone/>
              <a:defRPr sz="1300">
                <a:solidFill>
                  <a:srgbClr val="97ABBC"/>
                </a:solidFill>
                <a:latin typeface="Lato"/>
                <a:ea typeface="Lato"/>
                <a:cs typeface="Lato"/>
                <a:sym typeface="Lato"/>
              </a:defRPr>
            </a:lvl8pPr>
            <a:lvl9pPr lvl="8" algn="r">
              <a:buNone/>
              <a:defRPr sz="1300">
                <a:solidFill>
                  <a:srgbClr val="97ABBC"/>
                </a:solidFill>
                <a:latin typeface="Lato"/>
                <a:ea typeface="Lato"/>
                <a:cs typeface="Lato"/>
                <a:sym typeface="Lato"/>
              </a:defRPr>
            </a:lvl9pPr>
          </a:lstStyle>
          <a:p>
            <a:pPr marL="0" lvl="0" indent="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56"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Shape 88"/>
          <p:cNvSpPr txBox="1">
            <a:spLocks noGrp="1"/>
          </p:cNvSpPr>
          <p:nvPr>
            <p:ph type="ctrTitle"/>
          </p:nvPr>
        </p:nvSpPr>
        <p:spPr>
          <a:xfrm>
            <a:off x="75069" y="3647615"/>
            <a:ext cx="8254119" cy="2790132"/>
          </a:xfrm>
          <a:prstGeom prst="rect">
            <a:avLst/>
          </a:prstGeom>
        </p:spPr>
        <p:txBody>
          <a:bodyPr spcFirstLastPara="1" wrap="square" lIns="91425" tIns="91425" rIns="91425" bIns="91425" anchor="t" anchorCtr="0">
            <a:noAutofit/>
          </a:bodyPr>
          <a:lstStyle/>
          <a:p>
            <a:pPr lvl="0" algn="just"/>
            <a:r>
              <a:rPr lang="es-MX" sz="4000" dirty="0"/>
              <a:t>Propuesta para el Control de Casos de Unificación de Registros sin Identificación de Registro Principal</a:t>
            </a:r>
            <a:endParaRPr lang="es-MX"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94006-2B68-0458-CAA6-61F6B11BE166}"/>
            </a:ext>
          </a:extLst>
        </p:cNvPr>
        <p:cNvGrpSpPr/>
        <p:nvPr/>
      </p:nvGrpSpPr>
      <p:grpSpPr>
        <a:xfrm>
          <a:off x="0" y="0"/>
          <a:ext cx="0" cy="0"/>
          <a:chOff x="0" y="0"/>
          <a:chExt cx="0" cy="0"/>
        </a:xfrm>
      </p:grpSpPr>
      <p:sp>
        <p:nvSpPr>
          <p:cNvPr id="5" name="文本框 10">
            <a:extLst>
              <a:ext uri="{FF2B5EF4-FFF2-40B4-BE49-F238E27FC236}">
                <a16:creationId xmlns:a16="http://schemas.microsoft.com/office/drawing/2014/main" id="{73A75971-0D3B-D321-28CE-FB86D1DAED5D}"/>
              </a:ext>
            </a:extLst>
          </p:cNvPr>
          <p:cNvSpPr txBox="1"/>
          <p:nvPr/>
        </p:nvSpPr>
        <p:spPr>
          <a:xfrm>
            <a:off x="184828" y="332688"/>
            <a:ext cx="8097711" cy="707886"/>
          </a:xfrm>
          <a:prstGeom prst="rect">
            <a:avLst/>
          </a:prstGeom>
          <a:noFill/>
        </p:spPr>
        <p:txBody>
          <a:bodyPr wrap="square" rtlCol="0">
            <a:spAutoFit/>
            <a:scene3d>
              <a:camera prst="orthographicFront"/>
              <a:lightRig rig="threePt" dir="t"/>
            </a:scene3d>
            <a:sp3d contourW="12700"/>
          </a:bodyPr>
          <a:lstStyle/>
          <a:p>
            <a:r>
              <a:rPr lang="es-MX" sz="2000" b="1" dirty="0">
                <a:solidFill>
                  <a:schemeClr val="tx1">
                    <a:lumMod val="50000"/>
                    <a:lumOff val="50000"/>
                  </a:schemeClr>
                </a:solidFill>
                <a:latin typeface="Raleway"/>
              </a:rPr>
              <a:t>Propuesta para el Control de Casos de Unificación de Registros sin Identificación de Registro Principal – </a:t>
            </a:r>
            <a:r>
              <a:rPr lang="es-PE" sz="2000" b="1" dirty="0">
                <a:solidFill>
                  <a:srgbClr val="FF0000"/>
                </a:solidFill>
                <a:latin typeface="Raleway"/>
              </a:rPr>
              <a:t>Propuesta </a:t>
            </a:r>
          </a:p>
        </p:txBody>
      </p:sp>
      <p:sp>
        <p:nvSpPr>
          <p:cNvPr id="2069" name="Rectangle 3">
            <a:extLst>
              <a:ext uri="{FF2B5EF4-FFF2-40B4-BE49-F238E27FC236}">
                <a16:creationId xmlns:a16="http://schemas.microsoft.com/office/drawing/2014/main" id="{B1D53C77-5D05-106A-8A83-102B318D4CB0}"/>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000" b="0" i="0" u="none" strike="noStrike" cap="none" normalizeH="0" baseline="0">
                <a:ln>
                  <a:noFill/>
                </a:ln>
                <a:solidFill>
                  <a:schemeClr val="tx1"/>
                </a:solidFill>
                <a:effectLst/>
                <a:latin typeface="Arial Unicode MS"/>
              </a:rPr>
              <a:t>idGrupo</a:t>
            </a:r>
            <a:r>
              <a:rPr kumimoji="0" lang="es-PE" altLang="es-PE" sz="600" b="0" i="0" u="none" strike="noStrike" cap="none" normalizeH="0" baseline="0">
                <a:ln>
                  <a:noFill/>
                </a:ln>
                <a:solidFill>
                  <a:schemeClr val="tx1"/>
                </a:solidFill>
                <a:effectLst/>
              </a:rPr>
              <a:t> </a:t>
            </a:r>
            <a:endParaRPr kumimoji="0" lang="es-PE" altLang="es-PE" sz="1800" b="0" i="0" u="none" strike="noStrike" cap="none" normalizeH="0" baseline="0">
              <a:ln>
                <a:noFill/>
              </a:ln>
              <a:solidFill>
                <a:schemeClr val="tx1"/>
              </a:solidFill>
              <a:effectLst/>
              <a:latin typeface="Arial" panose="020B0604020202020204" pitchFamily="34" charset="0"/>
            </a:endParaRPr>
          </a:p>
        </p:txBody>
      </p:sp>
      <p:sp>
        <p:nvSpPr>
          <p:cNvPr id="2089" name="Rectangle 5">
            <a:extLst>
              <a:ext uri="{FF2B5EF4-FFF2-40B4-BE49-F238E27FC236}">
                <a16:creationId xmlns:a16="http://schemas.microsoft.com/office/drawing/2014/main" id="{69B5DA1D-CF3A-1EBB-FAB5-B96A3763A06F}"/>
              </a:ext>
            </a:extLst>
          </p:cNvPr>
          <p:cNvSpPr>
            <a:spLocks noChangeArrowheads="1"/>
          </p:cNvSpPr>
          <p:nvPr/>
        </p:nvSpPr>
        <p:spPr bwMode="auto">
          <a:xfrm>
            <a:off x="430133" y="1444115"/>
            <a:ext cx="5318914"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PE" altLang="es-PE" sz="1600" b="0" i="0" u="none" strike="noStrike" cap="none" normalizeH="0" baseline="0" dirty="0">
                <a:ln>
                  <a:noFill/>
                </a:ln>
                <a:solidFill>
                  <a:schemeClr val="tx1"/>
                </a:solidFill>
                <a:effectLst/>
                <a:latin typeface="Aptos" panose="020B0004020202020204" pitchFamily="34" charset="0"/>
              </a:rPr>
              <a:t>Durante el proceso de detección y unificación de registros </a:t>
            </a:r>
            <a:r>
              <a:rPr lang="es-PE" altLang="es-PE" sz="1600" dirty="0">
                <a:solidFill>
                  <a:schemeClr val="tx1"/>
                </a:solidFill>
                <a:latin typeface="Aptos" panose="020B0004020202020204" pitchFamily="34" charset="0"/>
              </a:rPr>
              <a:t>repetidos</a:t>
            </a:r>
            <a:r>
              <a:rPr kumimoji="0" lang="es-PE" altLang="es-PE" sz="1600" b="0" i="0" u="none" strike="noStrike" cap="none" normalizeH="0" baseline="0" dirty="0">
                <a:ln>
                  <a:noFill/>
                </a:ln>
                <a:solidFill>
                  <a:schemeClr val="tx1"/>
                </a:solidFill>
                <a:effectLst/>
                <a:latin typeface="Aptos" panose="020B0004020202020204" pitchFamily="34" charset="0"/>
              </a:rPr>
              <a:t> de personas, se identifican </a:t>
            </a:r>
            <a:r>
              <a:rPr kumimoji="0" lang="es-PE" altLang="es-PE" sz="1600" b="1" i="0" u="none" strike="noStrike" cap="none" normalizeH="0" baseline="0" dirty="0">
                <a:ln>
                  <a:noFill/>
                </a:ln>
                <a:solidFill>
                  <a:schemeClr val="tx1"/>
                </a:solidFill>
                <a:effectLst/>
                <a:latin typeface="Aptos" panose="020B0004020202020204" pitchFamily="34" charset="0"/>
              </a:rPr>
              <a:t>grupos de registros relacionados por </a:t>
            </a:r>
            <a:r>
              <a:rPr lang="es-PE" altLang="es-PE" sz="1600" b="1" dirty="0">
                <a:solidFill>
                  <a:schemeClr val="tx1"/>
                </a:solidFill>
                <a:latin typeface="Aptos" panose="020B0004020202020204" pitchFamily="34" charset="0"/>
              </a:rPr>
              <a:t>un ID de búsqueda (Padre) </a:t>
            </a:r>
            <a:r>
              <a:rPr kumimoji="0" lang="es-PE" altLang="es-PE" sz="1600" b="0" i="0" u="none" strike="noStrike" cap="none" normalizeH="0" baseline="0" dirty="0">
                <a:ln>
                  <a:noFill/>
                </a:ln>
                <a:solidFill>
                  <a:schemeClr val="tx1"/>
                </a:solidFill>
                <a:effectLst/>
                <a:latin typeface="Aptos" panose="020B0004020202020204" pitchFamily="34" charset="0"/>
              </a:rPr>
              <a:t>en los cuales </a:t>
            </a:r>
            <a:r>
              <a:rPr kumimoji="0" lang="es-PE" altLang="es-PE" sz="1600" b="1" i="0" u="none" strike="noStrike" cap="none" normalizeH="0" baseline="0" dirty="0">
                <a:ln>
                  <a:noFill/>
                </a:ln>
                <a:solidFill>
                  <a:schemeClr val="tx1"/>
                </a:solidFill>
                <a:effectLst/>
                <a:latin typeface="Aptos" panose="020B0004020202020204" pitchFamily="34" charset="0"/>
              </a:rPr>
              <a:t>no es posible determinar automáticamente</a:t>
            </a:r>
            <a:r>
              <a:rPr lang="es-PE" altLang="es-PE" sz="1600" b="1" dirty="0">
                <a:solidFill>
                  <a:schemeClr val="tx1"/>
                </a:solidFill>
                <a:latin typeface="Aptos" panose="020B0004020202020204" pitchFamily="34" charset="0"/>
              </a:rPr>
              <a:t> </a:t>
            </a:r>
            <a:r>
              <a:rPr kumimoji="0" lang="es-PE" altLang="es-PE" sz="1600" b="1" i="0" u="none" strike="noStrike" cap="none" normalizeH="0" baseline="0" dirty="0">
                <a:ln>
                  <a:noFill/>
                </a:ln>
                <a:solidFill>
                  <a:schemeClr val="tx1"/>
                </a:solidFill>
                <a:effectLst/>
                <a:latin typeface="Aptos" panose="020B0004020202020204" pitchFamily="34" charset="0"/>
              </a:rPr>
              <a:t>un registro principal</a:t>
            </a:r>
            <a:r>
              <a:rPr kumimoji="0" lang="es-PE" altLang="es-PE" sz="1600" b="0" i="0" u="none" strike="noStrike" cap="none" normalizeH="0" baseline="0" dirty="0">
                <a:ln>
                  <a:noFill/>
                </a:ln>
                <a:solidFill>
                  <a:schemeClr val="tx1"/>
                </a:solidFill>
                <a:effectLst/>
                <a:latin typeface="Aptos" panose="020B0004020202020204" pitchFamily="34" charset="0"/>
              </a:rPr>
              <a:t>, debido a situaciones como: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600" b="0" i="0" u="none" strike="noStrike" cap="none" normalizeH="0" baseline="0" dirty="0">
              <a:ln>
                <a:noFill/>
              </a:ln>
              <a:solidFill>
                <a:schemeClr val="tx1"/>
              </a:solidFill>
              <a:effectLst/>
              <a:latin typeface="Aptos" panose="020B00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s-PE" altLang="es-PE" sz="1600" b="0" i="0" u="none" strike="noStrike" cap="none" normalizeH="0" baseline="0" dirty="0">
                <a:ln>
                  <a:noFill/>
                </a:ln>
                <a:solidFill>
                  <a:schemeClr val="tx1"/>
                </a:solidFill>
                <a:effectLst/>
                <a:latin typeface="Aptos" panose="020B0004020202020204" pitchFamily="34" charset="0"/>
              </a:rPr>
              <a:t>Empate en criterios de selección.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s-PE" altLang="es-PE" sz="1600" b="0" i="0" u="none" strike="noStrike" cap="none" normalizeH="0" baseline="0" dirty="0">
                <a:ln>
                  <a:noFill/>
                </a:ln>
                <a:solidFill>
                  <a:schemeClr val="tx1"/>
                </a:solidFill>
                <a:effectLst/>
                <a:latin typeface="Aptos" panose="020B0004020202020204" pitchFamily="34" charset="0"/>
              </a:rPr>
              <a:t>Falta de evidencia suficiente (biometría, trámites, movimientos migratorios).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s-PE" altLang="es-PE" sz="1600" b="0" i="0" u="none" strike="noStrike" cap="none" normalizeH="0" baseline="0" dirty="0">
                <a:ln>
                  <a:noFill/>
                </a:ln>
                <a:solidFill>
                  <a:schemeClr val="tx1"/>
                </a:solidFill>
                <a:effectLst/>
                <a:latin typeface="Aptos" panose="020B0004020202020204" pitchFamily="34" charset="0"/>
              </a:rPr>
              <a:t>Riesgo de homonimia.</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s-PE" altLang="es-PE" sz="1600" b="0" i="0" u="none" strike="noStrike" cap="none" normalizeH="0" baseline="0" dirty="0">
                <a:ln>
                  <a:noFill/>
                </a:ln>
                <a:solidFill>
                  <a:schemeClr val="tx1"/>
                </a:solidFill>
                <a:effectLst/>
                <a:latin typeface="Aptos" panose="020B0004020202020204" pitchFamily="34" charset="0"/>
              </a:rPr>
              <a:t>Inconsistencias en los datos disponibles.</a:t>
            </a:r>
            <a:endParaRPr lang="es-PE" altLang="es-PE" sz="1600" dirty="0">
              <a:solidFill>
                <a:schemeClr val="tx1"/>
              </a:solidFill>
              <a:latin typeface="Aptos" panose="020B00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s-PE" altLang="es-PE" sz="1600" b="0" i="0" u="none" strike="noStrike" cap="none" normalizeH="0" baseline="0" dirty="0">
              <a:ln>
                <a:noFill/>
              </a:ln>
              <a:solidFill>
                <a:schemeClr val="tx1"/>
              </a:solidFill>
              <a:effectLst/>
              <a:latin typeface="Aptos" panose="020B0004020202020204" pitchFamily="34" charset="0"/>
            </a:endParaRPr>
          </a:p>
          <a:p>
            <a:pPr lvl="0" eaLnBrk="0" fontAlgn="base" hangingPunct="0">
              <a:spcBef>
                <a:spcPct val="0"/>
              </a:spcBef>
              <a:spcAft>
                <a:spcPct val="0"/>
              </a:spcAft>
              <a:buClrTx/>
            </a:pPr>
            <a:r>
              <a:rPr kumimoji="0" lang="es-PE" altLang="es-PE" sz="1600" b="0" i="0" u="none" strike="noStrike" cap="none" normalizeH="0" baseline="0" dirty="0">
                <a:ln>
                  <a:noFill/>
                </a:ln>
                <a:solidFill>
                  <a:schemeClr val="tx1"/>
                </a:solidFill>
                <a:effectLst/>
                <a:latin typeface="Aptos" panose="020B0004020202020204" pitchFamily="34" charset="0"/>
              </a:rPr>
              <a:t>Por tal motivo se</a:t>
            </a:r>
            <a:r>
              <a:rPr lang="es-MX" sz="1600" dirty="0">
                <a:latin typeface="Aptos" panose="020B0004020202020204" pitchFamily="34" charset="0"/>
              </a:rPr>
              <a:t> propone la </a:t>
            </a:r>
            <a:r>
              <a:rPr lang="es-MX" sz="1600" b="1" dirty="0">
                <a:latin typeface="Aptos" panose="020B0004020202020204" pitchFamily="34" charset="0"/>
              </a:rPr>
              <a:t>creación de dos tablas</a:t>
            </a:r>
            <a:r>
              <a:rPr lang="es-MX" sz="1600" dirty="0">
                <a:latin typeface="Aptos" panose="020B0004020202020204" pitchFamily="34" charset="0"/>
              </a:rPr>
              <a:t> que permitan gestionar los </a:t>
            </a:r>
            <a:r>
              <a:rPr lang="es-MX" sz="1600" b="1" dirty="0">
                <a:latin typeface="Aptos" panose="020B0004020202020204" pitchFamily="34" charset="0"/>
              </a:rPr>
              <a:t>registros duplicados que no pudieron ser unificados automáticamente</a:t>
            </a:r>
            <a:r>
              <a:rPr lang="es-MX" sz="1600" dirty="0">
                <a:latin typeface="Aptos" panose="020B0004020202020204" pitchFamily="34" charset="0"/>
              </a:rPr>
              <a:t> debido a la </a:t>
            </a:r>
            <a:r>
              <a:rPr lang="es-MX" sz="1600" b="1" dirty="0">
                <a:latin typeface="Aptos" panose="020B0004020202020204" pitchFamily="34" charset="0"/>
              </a:rPr>
              <a:t>falta de reglas de negocio claras</a:t>
            </a:r>
            <a:r>
              <a:rPr lang="es-MX" sz="1600" dirty="0">
                <a:latin typeface="Aptos" panose="020B0004020202020204" pitchFamily="34" charset="0"/>
              </a:rPr>
              <a:t> o </a:t>
            </a:r>
            <a:r>
              <a:rPr lang="es-MX" sz="1600" b="1" dirty="0">
                <a:latin typeface="Aptos" panose="020B0004020202020204" pitchFamily="34" charset="0"/>
              </a:rPr>
              <a:t>ausencia de un registro principal</a:t>
            </a:r>
            <a:r>
              <a:rPr lang="es-MX" sz="1600" dirty="0">
                <a:latin typeface="Aptos" panose="020B0004020202020204" pitchFamily="34" charset="0"/>
              </a:rPr>
              <a:t> definido.</a:t>
            </a:r>
            <a:endParaRPr kumimoji="0" lang="es-PE" altLang="es-PE" sz="16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800" b="0" i="0" u="none" strike="noStrike" cap="none" normalizeH="0" baseline="0" dirty="0">
              <a:ln>
                <a:noFill/>
              </a:ln>
              <a:solidFill>
                <a:schemeClr val="tx1"/>
              </a:solidFill>
              <a:effectLst/>
              <a:latin typeface="Arial" panose="020B0604020202020204" pitchFamily="34" charset="0"/>
            </a:endParaRPr>
          </a:p>
        </p:txBody>
      </p:sp>
      <p:pic>
        <p:nvPicPr>
          <p:cNvPr id="2090" name="Picture 7" descr="Icono de Servidor de datos Generic color fill | Freepik">
            <a:extLst>
              <a:ext uri="{FF2B5EF4-FFF2-40B4-BE49-F238E27FC236}">
                <a16:creationId xmlns:a16="http://schemas.microsoft.com/office/drawing/2014/main" id="{47B146FA-9544-4102-EFA5-0940989541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1085" y="1981032"/>
            <a:ext cx="2895935" cy="2895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4193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3718-D31A-4BC2-AB9B-CE301E721038}"/>
            </a:ext>
          </a:extLst>
        </p:cNvPr>
        <p:cNvGrpSpPr/>
        <p:nvPr/>
      </p:nvGrpSpPr>
      <p:grpSpPr>
        <a:xfrm>
          <a:off x="0" y="0"/>
          <a:ext cx="0" cy="0"/>
          <a:chOff x="0" y="0"/>
          <a:chExt cx="0" cy="0"/>
        </a:xfrm>
      </p:grpSpPr>
      <p:sp>
        <p:nvSpPr>
          <p:cNvPr id="5" name="文本框 10">
            <a:extLst>
              <a:ext uri="{FF2B5EF4-FFF2-40B4-BE49-F238E27FC236}">
                <a16:creationId xmlns:a16="http://schemas.microsoft.com/office/drawing/2014/main" id="{6E4723FC-0300-F9B0-A6E4-BE6277D19E3E}"/>
              </a:ext>
            </a:extLst>
          </p:cNvPr>
          <p:cNvSpPr txBox="1"/>
          <p:nvPr/>
        </p:nvSpPr>
        <p:spPr>
          <a:xfrm>
            <a:off x="175100" y="117157"/>
            <a:ext cx="8097711" cy="707886"/>
          </a:xfrm>
          <a:prstGeom prst="rect">
            <a:avLst/>
          </a:prstGeom>
          <a:noFill/>
        </p:spPr>
        <p:txBody>
          <a:bodyPr wrap="square" rtlCol="0">
            <a:spAutoFit/>
            <a:scene3d>
              <a:camera prst="orthographicFront"/>
              <a:lightRig rig="threePt" dir="t"/>
            </a:scene3d>
            <a:sp3d contourW="12700"/>
          </a:bodyPr>
          <a:lstStyle/>
          <a:p>
            <a:r>
              <a:rPr lang="es-MX" sz="2000" b="1" dirty="0">
                <a:solidFill>
                  <a:schemeClr val="tx1">
                    <a:lumMod val="50000"/>
                    <a:lumOff val="50000"/>
                  </a:schemeClr>
                </a:solidFill>
                <a:latin typeface="Raleway"/>
              </a:rPr>
              <a:t>Propuesta para el Control de Casos de Unificación de Registros sin Identificación de Registro Principal – </a:t>
            </a:r>
            <a:r>
              <a:rPr lang="es-PE" sz="2000" b="1" dirty="0">
                <a:solidFill>
                  <a:srgbClr val="FF0000"/>
                </a:solidFill>
                <a:latin typeface="Raleway"/>
              </a:rPr>
              <a:t>PRIMERA TABLA</a:t>
            </a:r>
          </a:p>
        </p:txBody>
      </p:sp>
      <p:graphicFrame>
        <p:nvGraphicFramePr>
          <p:cNvPr id="2085" name="Tabla 2084">
            <a:extLst>
              <a:ext uri="{FF2B5EF4-FFF2-40B4-BE49-F238E27FC236}">
                <a16:creationId xmlns:a16="http://schemas.microsoft.com/office/drawing/2014/main" id="{5B3F88DA-9E81-DB58-8FB8-4E7FDBE8628A}"/>
              </a:ext>
            </a:extLst>
          </p:cNvPr>
          <p:cNvGraphicFramePr>
            <a:graphicFrameLocks noGrp="1"/>
          </p:cNvGraphicFramePr>
          <p:nvPr>
            <p:extLst>
              <p:ext uri="{D42A27DB-BD31-4B8C-83A1-F6EECF244321}">
                <p14:modId xmlns:p14="http://schemas.microsoft.com/office/powerpoint/2010/main" val="2672826023"/>
              </p:ext>
            </p:extLst>
          </p:nvPr>
        </p:nvGraphicFramePr>
        <p:xfrm>
          <a:off x="328588" y="1956382"/>
          <a:ext cx="4761572" cy="4446270"/>
        </p:xfrm>
        <a:graphic>
          <a:graphicData uri="http://schemas.openxmlformats.org/drawingml/2006/table">
            <a:tbl>
              <a:tblPr/>
              <a:tblGrid>
                <a:gridCol w="1734011">
                  <a:extLst>
                    <a:ext uri="{9D8B030D-6E8A-4147-A177-3AD203B41FA5}">
                      <a16:colId xmlns:a16="http://schemas.microsoft.com/office/drawing/2014/main" val="3986016902"/>
                    </a:ext>
                  </a:extLst>
                </a:gridCol>
                <a:gridCol w="1111894">
                  <a:extLst>
                    <a:ext uri="{9D8B030D-6E8A-4147-A177-3AD203B41FA5}">
                      <a16:colId xmlns:a16="http://schemas.microsoft.com/office/drawing/2014/main" val="2319867833"/>
                    </a:ext>
                  </a:extLst>
                </a:gridCol>
                <a:gridCol w="1915667">
                  <a:extLst>
                    <a:ext uri="{9D8B030D-6E8A-4147-A177-3AD203B41FA5}">
                      <a16:colId xmlns:a16="http://schemas.microsoft.com/office/drawing/2014/main" val="3142435438"/>
                    </a:ext>
                  </a:extLst>
                </a:gridCol>
              </a:tblGrid>
              <a:tr h="274063">
                <a:tc>
                  <a:txBody>
                    <a:bodyPr/>
                    <a:lstStyle/>
                    <a:p>
                      <a:pPr algn="ctr" fontAlgn="ctr">
                        <a:buNone/>
                      </a:pPr>
                      <a:r>
                        <a:rPr lang="es-PE" sz="1600" b="1" i="0" u="none" strike="noStrike" dirty="0">
                          <a:solidFill>
                            <a:srgbClr val="FFFFFF"/>
                          </a:solidFill>
                          <a:effectLst/>
                          <a:latin typeface="Aptos" panose="020B0004020202020204" pitchFamily="34" charset="0"/>
                        </a:rPr>
                        <a:t>Campo</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ctr">
                        <a:buNone/>
                      </a:pPr>
                      <a:r>
                        <a:rPr lang="es-PE" sz="1600" b="1" i="0" u="none" strike="noStrike">
                          <a:solidFill>
                            <a:srgbClr val="FFFFFF"/>
                          </a:solidFill>
                          <a:effectLst/>
                          <a:latin typeface="Aptos" panose="020B0004020202020204" pitchFamily="34" charset="0"/>
                        </a:rPr>
                        <a:t>Tipo de Dato</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tc>
                  <a:txBody>
                    <a:bodyPr/>
                    <a:lstStyle/>
                    <a:p>
                      <a:pPr algn="ctr" fontAlgn="ctr">
                        <a:buNone/>
                      </a:pPr>
                      <a:r>
                        <a:rPr lang="es-PE" sz="1600" b="1" i="0" u="none" strike="noStrike">
                          <a:solidFill>
                            <a:srgbClr val="FFFFFF"/>
                          </a:solidFill>
                          <a:effectLst/>
                          <a:latin typeface="Aptos" panose="020B0004020202020204" pitchFamily="34" charset="0"/>
                        </a:rPr>
                        <a:t>Descripción</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solidFill>
                      <a:srgbClr val="ED7D31"/>
                    </a:solidFill>
                  </a:tcPr>
                </a:tc>
                <a:extLst>
                  <a:ext uri="{0D108BD9-81ED-4DB2-BD59-A6C34878D82A}">
                    <a16:rowId xmlns:a16="http://schemas.microsoft.com/office/drawing/2014/main" val="2008013640"/>
                  </a:ext>
                </a:extLst>
              </a:tr>
              <a:tr h="715726">
                <a:tc>
                  <a:txBody>
                    <a:bodyPr/>
                    <a:lstStyle/>
                    <a:p>
                      <a:pPr algn="l" fontAlgn="ctr">
                        <a:buNone/>
                      </a:pPr>
                      <a:r>
                        <a:rPr lang="es-PE" sz="1600" b="1" i="0" u="none" strike="noStrike" dirty="0">
                          <a:solidFill>
                            <a:srgbClr val="000000"/>
                          </a:solidFill>
                          <a:effectLst/>
                          <a:latin typeface="Aptos" panose="020B0004020202020204" pitchFamily="34" charset="0"/>
                        </a:rPr>
                        <a:t>Id</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tc>
                  <a:txBody>
                    <a:bodyPr/>
                    <a:lstStyle/>
                    <a:p>
                      <a:pPr algn="ctr" fontAlgn="ctr">
                        <a:buNone/>
                      </a:pPr>
                      <a:r>
                        <a:rPr lang="es-PE" sz="1600" b="0" i="0" u="none" strike="noStrike" dirty="0">
                          <a:solidFill>
                            <a:srgbClr val="000000"/>
                          </a:solidFill>
                          <a:effectLst/>
                          <a:latin typeface="Aptos" panose="020B0004020202020204" pitchFamily="34" charset="0"/>
                        </a:rPr>
                        <a:t>UUID / BIGINT</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tc>
                  <a:txBody>
                    <a:bodyPr/>
                    <a:lstStyle/>
                    <a:p>
                      <a:pPr algn="just" fontAlgn="ctr">
                        <a:buNone/>
                      </a:pPr>
                      <a:r>
                        <a:rPr lang="es-PE" sz="1600" b="0" i="0" u="none" strike="noStrike">
                          <a:solidFill>
                            <a:srgbClr val="000000"/>
                          </a:solidFill>
                          <a:effectLst/>
                          <a:latin typeface="Aptos" panose="020B0004020202020204" pitchFamily="34" charset="0"/>
                        </a:rPr>
                        <a:t>Identificador único del grupo generado automáticamente</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extLst>
                  <a:ext uri="{0D108BD9-81ED-4DB2-BD59-A6C34878D82A}">
                    <a16:rowId xmlns:a16="http://schemas.microsoft.com/office/drawing/2014/main" val="48538595"/>
                  </a:ext>
                </a:extLst>
              </a:tr>
              <a:tr h="715726">
                <a:tc>
                  <a:txBody>
                    <a:bodyPr/>
                    <a:lstStyle/>
                    <a:p>
                      <a:pPr algn="l" fontAlgn="ctr">
                        <a:buNone/>
                      </a:pPr>
                      <a:r>
                        <a:rPr lang="es-PE" sz="1600" b="1" i="0" u="none" strike="noStrike" dirty="0">
                          <a:solidFill>
                            <a:srgbClr val="000000"/>
                          </a:solidFill>
                          <a:effectLst/>
                          <a:latin typeface="Aptos" panose="020B0004020202020204" pitchFamily="34" charset="0"/>
                        </a:rPr>
                        <a:t>IdPersona</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tc>
                  <a:txBody>
                    <a:bodyPr/>
                    <a:lstStyle/>
                    <a:p>
                      <a:pPr algn="ctr" fontAlgn="ctr">
                        <a:buNone/>
                      </a:pPr>
                      <a:r>
                        <a:rPr lang="es-PE" sz="1600" b="0" i="0" u="none" strike="noStrike" dirty="0">
                          <a:solidFill>
                            <a:srgbClr val="000000"/>
                          </a:solidFill>
                          <a:effectLst/>
                          <a:latin typeface="Aptos" panose="020B0004020202020204" pitchFamily="34" charset="0"/>
                        </a:rPr>
                        <a:t>UUID / BIGINT</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tc>
                  <a:txBody>
                    <a:bodyPr/>
                    <a:lstStyle/>
                    <a:p>
                      <a:pPr algn="just" fontAlgn="ctr">
                        <a:buNone/>
                      </a:pPr>
                      <a:r>
                        <a:rPr lang="es-MX" sz="1600" b="0" i="0" u="none" strike="noStrike" dirty="0">
                          <a:solidFill>
                            <a:srgbClr val="000000"/>
                          </a:solidFill>
                          <a:effectLst/>
                          <a:latin typeface="Aptos" panose="020B0004020202020204" pitchFamily="34" charset="0"/>
                        </a:rPr>
                        <a:t>ID de la persona que disparó la búsqueda o análisis</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extLst>
                  <a:ext uri="{0D108BD9-81ED-4DB2-BD59-A6C34878D82A}">
                    <a16:rowId xmlns:a16="http://schemas.microsoft.com/office/drawing/2014/main" val="2291349965"/>
                  </a:ext>
                </a:extLst>
              </a:tr>
              <a:tr h="715726">
                <a:tc>
                  <a:txBody>
                    <a:bodyPr/>
                    <a:lstStyle/>
                    <a:p>
                      <a:pPr algn="l" fontAlgn="ctr">
                        <a:buNone/>
                      </a:pPr>
                      <a:r>
                        <a:rPr lang="es-PE" sz="1600" b="1" i="0" u="none" strike="noStrike" dirty="0">
                          <a:solidFill>
                            <a:srgbClr val="000000"/>
                          </a:solidFill>
                          <a:effectLst/>
                          <a:latin typeface="Aptos" panose="020B0004020202020204" pitchFamily="34" charset="0"/>
                        </a:rPr>
                        <a:t>FechaBusqueda</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tc>
                  <a:txBody>
                    <a:bodyPr/>
                    <a:lstStyle/>
                    <a:p>
                      <a:pPr algn="ctr" fontAlgn="ctr">
                        <a:buNone/>
                      </a:pPr>
                      <a:r>
                        <a:rPr lang="es-PE" sz="1600" b="0" i="0" u="none" strike="noStrike" dirty="0">
                          <a:solidFill>
                            <a:srgbClr val="000000"/>
                          </a:solidFill>
                          <a:effectLst/>
                          <a:latin typeface="Aptos" panose="020B0004020202020204" pitchFamily="34" charset="0"/>
                        </a:rPr>
                        <a:t>DATETIME</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tc>
                  <a:txBody>
                    <a:bodyPr/>
                    <a:lstStyle/>
                    <a:p>
                      <a:pPr algn="just" fontAlgn="ctr">
                        <a:buNone/>
                      </a:pPr>
                      <a:r>
                        <a:rPr lang="es-MX" sz="1600" b="0" i="0" u="none" strike="noStrike" dirty="0">
                          <a:solidFill>
                            <a:srgbClr val="000000"/>
                          </a:solidFill>
                          <a:effectLst/>
                          <a:latin typeface="Aptos" panose="020B0004020202020204" pitchFamily="34" charset="0"/>
                        </a:rPr>
                        <a:t>Fecha en que se ejecutó el script de análisis (ej. en Scala)</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extLst>
                  <a:ext uri="{0D108BD9-81ED-4DB2-BD59-A6C34878D82A}">
                    <a16:rowId xmlns:a16="http://schemas.microsoft.com/office/drawing/2014/main" val="3039804392"/>
                  </a:ext>
                </a:extLst>
              </a:tr>
              <a:tr h="636889">
                <a:tc>
                  <a:txBody>
                    <a:bodyPr/>
                    <a:lstStyle/>
                    <a:p>
                      <a:pPr algn="l" fontAlgn="ctr">
                        <a:buNone/>
                      </a:pPr>
                      <a:r>
                        <a:rPr lang="es-PE" sz="1600" b="1" i="0" u="none" strike="noStrike" dirty="0">
                          <a:solidFill>
                            <a:srgbClr val="000000"/>
                          </a:solidFill>
                          <a:effectLst/>
                          <a:latin typeface="Aptos" panose="020B0004020202020204" pitchFamily="34" charset="0"/>
                        </a:rPr>
                        <a:t>FechaAuditoria</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tc>
                  <a:txBody>
                    <a:bodyPr/>
                    <a:lstStyle/>
                    <a:p>
                      <a:pPr algn="ctr" fontAlgn="ctr">
                        <a:buNone/>
                      </a:pPr>
                      <a:r>
                        <a:rPr lang="es-PE" sz="1600" b="0" i="0" u="none" strike="noStrike">
                          <a:solidFill>
                            <a:srgbClr val="000000"/>
                          </a:solidFill>
                          <a:effectLst/>
                          <a:latin typeface="Aptos" panose="020B0004020202020204" pitchFamily="34" charset="0"/>
                        </a:rPr>
                        <a:t>DATETIME</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tc>
                  <a:txBody>
                    <a:bodyPr/>
                    <a:lstStyle/>
                    <a:p>
                      <a:pPr algn="just" fontAlgn="ctr">
                        <a:buNone/>
                      </a:pPr>
                      <a:r>
                        <a:rPr lang="es-MX" sz="1600" b="0" i="0" u="none" strike="noStrike" dirty="0">
                          <a:solidFill>
                            <a:srgbClr val="000000"/>
                          </a:solidFill>
                          <a:effectLst/>
                          <a:latin typeface="Aptos" panose="020B0004020202020204" pitchFamily="34" charset="0"/>
                        </a:rPr>
                        <a:t>Fecha en que se insertó el registro en esta tabla</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extLst>
                  <a:ext uri="{0D108BD9-81ED-4DB2-BD59-A6C34878D82A}">
                    <a16:rowId xmlns:a16="http://schemas.microsoft.com/office/drawing/2014/main" val="426238681"/>
                  </a:ext>
                </a:extLst>
              </a:tr>
              <a:tr h="0">
                <a:tc>
                  <a:txBody>
                    <a:bodyPr/>
                    <a:lstStyle/>
                    <a:p>
                      <a:pPr algn="l" fontAlgn="ctr">
                        <a:buNone/>
                      </a:pPr>
                      <a:r>
                        <a:rPr lang="es-PE" sz="1600" b="1" i="0" u="none" strike="noStrike" dirty="0">
                          <a:solidFill>
                            <a:srgbClr val="000000"/>
                          </a:solidFill>
                          <a:effectLst/>
                          <a:latin typeface="Aptos" panose="020B0004020202020204" pitchFamily="34" charset="0"/>
                        </a:rPr>
                        <a:t>CantidadDuplicados</a:t>
                      </a:r>
                    </a:p>
                  </a:txBody>
                  <a:tcPr marL="9525" marR="9525" marT="9525" marB="0" anchor="ctr">
                    <a:lnL w="6350" cap="flat" cmpd="sng" algn="ctr">
                      <a:solidFill>
                        <a:srgbClr val="ED7D31"/>
                      </a:solidFill>
                      <a:prstDash val="solid"/>
                      <a:round/>
                      <a:headEnd type="none" w="med" len="med"/>
                      <a:tailEnd type="none" w="med" len="med"/>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tc>
                  <a:txBody>
                    <a:bodyPr/>
                    <a:lstStyle/>
                    <a:p>
                      <a:pPr algn="ctr" fontAlgn="ctr">
                        <a:buNone/>
                      </a:pPr>
                      <a:r>
                        <a:rPr lang="es-PE" sz="1600" b="0" i="0" u="none" strike="noStrike" dirty="0">
                          <a:solidFill>
                            <a:srgbClr val="000000"/>
                          </a:solidFill>
                          <a:effectLst/>
                          <a:latin typeface="Aptos" panose="020B0004020202020204" pitchFamily="34" charset="0"/>
                        </a:rPr>
                        <a:t>INT</a:t>
                      </a:r>
                    </a:p>
                  </a:txBody>
                  <a:tcPr marL="9525" marR="9525" marT="9525" marB="0" anchor="ctr">
                    <a:lnL>
                      <a:noFill/>
                    </a:lnL>
                    <a:lnR>
                      <a:noFill/>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tc>
                  <a:txBody>
                    <a:bodyPr/>
                    <a:lstStyle/>
                    <a:p>
                      <a:pPr algn="just" fontAlgn="ctr">
                        <a:buNone/>
                      </a:pPr>
                      <a:r>
                        <a:rPr lang="es-PE" sz="1600" b="0" i="0" u="none" strike="noStrike" dirty="0">
                          <a:solidFill>
                            <a:srgbClr val="000000"/>
                          </a:solidFill>
                          <a:effectLst/>
                          <a:latin typeface="Aptos" panose="020B0004020202020204" pitchFamily="34" charset="0"/>
                        </a:rPr>
                        <a:t>Total de registros duplicados detectados para este grupo</a:t>
                      </a:r>
                    </a:p>
                  </a:txBody>
                  <a:tcPr marL="9525" marR="9525" marT="9525" marB="0" anchor="ctr">
                    <a:lnL>
                      <a:noFill/>
                    </a:lnL>
                    <a:lnR w="6350" cap="flat" cmpd="sng" algn="ctr">
                      <a:solidFill>
                        <a:srgbClr val="ED7D31"/>
                      </a:solidFill>
                      <a:prstDash val="solid"/>
                      <a:round/>
                      <a:headEnd type="none" w="med" len="med"/>
                      <a:tailEnd type="none" w="med" len="med"/>
                    </a:lnR>
                    <a:lnT w="6350" cap="flat" cmpd="sng" algn="ctr">
                      <a:solidFill>
                        <a:srgbClr val="ED7D31"/>
                      </a:solidFill>
                      <a:prstDash val="solid"/>
                      <a:round/>
                      <a:headEnd type="none" w="med" len="med"/>
                      <a:tailEnd type="none" w="med" len="med"/>
                    </a:lnT>
                    <a:lnB w="6350" cap="flat" cmpd="sng" algn="ctr">
                      <a:solidFill>
                        <a:srgbClr val="ED7D31"/>
                      </a:solidFill>
                      <a:prstDash val="solid"/>
                      <a:round/>
                      <a:headEnd type="none" w="med" len="med"/>
                      <a:tailEnd type="none" w="med" len="med"/>
                    </a:lnB>
                    <a:noFill/>
                  </a:tcPr>
                </a:tc>
                <a:extLst>
                  <a:ext uri="{0D108BD9-81ED-4DB2-BD59-A6C34878D82A}">
                    <a16:rowId xmlns:a16="http://schemas.microsoft.com/office/drawing/2014/main" val="148196470"/>
                  </a:ext>
                </a:extLst>
              </a:tr>
            </a:tbl>
          </a:graphicData>
        </a:graphic>
      </p:graphicFrame>
      <p:sp>
        <p:nvSpPr>
          <p:cNvPr id="2" name="Rectángulo 1">
            <a:extLst>
              <a:ext uri="{FF2B5EF4-FFF2-40B4-BE49-F238E27FC236}">
                <a16:creationId xmlns:a16="http://schemas.microsoft.com/office/drawing/2014/main" id="{64C44F05-CE6B-C4FB-EC55-A09801BEA0C7}"/>
              </a:ext>
            </a:extLst>
          </p:cNvPr>
          <p:cNvSpPr/>
          <p:nvPr/>
        </p:nvSpPr>
        <p:spPr>
          <a:xfrm>
            <a:off x="326144" y="1236147"/>
            <a:ext cx="4761572" cy="505838"/>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sz="1800" b="1" dirty="0"/>
              <a:t>TABLA 1: </a:t>
            </a:r>
            <a:r>
              <a:rPr lang="es-PE" sz="1800" b="1" dirty="0"/>
              <a:t>GrupoNoUnificable</a:t>
            </a:r>
          </a:p>
        </p:txBody>
      </p:sp>
      <p:sp>
        <p:nvSpPr>
          <p:cNvPr id="4" name="CuadroTexto 3">
            <a:extLst>
              <a:ext uri="{FF2B5EF4-FFF2-40B4-BE49-F238E27FC236}">
                <a16:creationId xmlns:a16="http://schemas.microsoft.com/office/drawing/2014/main" id="{36B423C8-0388-CE56-8B48-36C8F4491ACB}"/>
              </a:ext>
            </a:extLst>
          </p:cNvPr>
          <p:cNvSpPr txBox="1"/>
          <p:nvPr/>
        </p:nvSpPr>
        <p:spPr>
          <a:xfrm>
            <a:off x="5215548" y="4821634"/>
            <a:ext cx="3599864" cy="1600438"/>
          </a:xfrm>
          <a:prstGeom prst="rect">
            <a:avLst/>
          </a:prstGeom>
          <a:noFill/>
        </p:spPr>
        <p:txBody>
          <a:bodyPr wrap="square">
            <a:spAutoFit/>
          </a:bodyPr>
          <a:lstStyle/>
          <a:p>
            <a:pPr algn="just"/>
            <a:r>
              <a:rPr lang="es-MX" b="1" dirty="0"/>
              <a:t>Nota: </a:t>
            </a:r>
            <a:r>
              <a:rPr lang="es-MX" dirty="0"/>
              <a:t>Contendrá los identificadores de los grupos detectados como duplicados, pero que no cumplen con los requisitos para una unificación automática. Esta tabla sirve como punto de control para evitar la pérdida de estos casos y permitir su posterior análisis.</a:t>
            </a:r>
            <a:endParaRPr lang="es-PE" dirty="0"/>
          </a:p>
        </p:txBody>
      </p:sp>
      <p:pic>
        <p:nvPicPr>
          <p:cNvPr id="7" name="Imagen 6">
            <a:extLst>
              <a:ext uri="{FF2B5EF4-FFF2-40B4-BE49-F238E27FC236}">
                <a16:creationId xmlns:a16="http://schemas.microsoft.com/office/drawing/2014/main" id="{C65A348C-66DD-DB37-20B3-233485E30DF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246028" y="1236147"/>
            <a:ext cx="3674452" cy="3315533"/>
          </a:xfrm>
          <a:prstGeom prst="rect">
            <a:avLst/>
          </a:prstGeom>
          <a:ln>
            <a:solidFill>
              <a:srgbClr val="F19A1B"/>
            </a:solidFill>
          </a:ln>
        </p:spPr>
      </p:pic>
      <p:sp>
        <p:nvSpPr>
          <p:cNvPr id="3" name="Rectángulo 2">
            <a:extLst>
              <a:ext uri="{FF2B5EF4-FFF2-40B4-BE49-F238E27FC236}">
                <a16:creationId xmlns:a16="http://schemas.microsoft.com/office/drawing/2014/main" id="{16109697-E05B-BA07-701A-F79D7945AED7}"/>
              </a:ext>
            </a:extLst>
          </p:cNvPr>
          <p:cNvSpPr/>
          <p:nvPr/>
        </p:nvSpPr>
        <p:spPr>
          <a:xfrm>
            <a:off x="5215548" y="1410057"/>
            <a:ext cx="3725252" cy="254000"/>
          </a:xfrm>
          <a:prstGeom prst="rect">
            <a:avLst/>
          </a:prstGeom>
          <a:solidFill>
            <a:srgbClr val="4DA765">
              <a:alpha val="20000"/>
            </a:srgb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111202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3D268-1227-2587-1BB3-D156EC72BFBF}"/>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3A2A3DF8-BF7A-E188-69B7-7C09507F1066}"/>
              </a:ext>
            </a:extLst>
          </p:cNvPr>
          <p:cNvPicPr>
            <a:picLocks noChangeAspect="1"/>
          </p:cNvPicPr>
          <p:nvPr/>
        </p:nvPicPr>
        <p:blipFill>
          <a:blip r:embed="rId2"/>
          <a:stretch>
            <a:fillRect/>
          </a:stretch>
        </p:blipFill>
        <p:spPr>
          <a:xfrm>
            <a:off x="308107" y="1225987"/>
            <a:ext cx="3732871" cy="3417133"/>
          </a:xfrm>
          <a:prstGeom prst="rect">
            <a:avLst/>
          </a:prstGeom>
          <a:ln>
            <a:solidFill>
              <a:schemeClr val="accent3">
                <a:lumMod val="75000"/>
              </a:schemeClr>
            </a:solidFill>
          </a:ln>
        </p:spPr>
      </p:pic>
      <p:sp>
        <p:nvSpPr>
          <p:cNvPr id="5" name="文本框 10">
            <a:extLst>
              <a:ext uri="{FF2B5EF4-FFF2-40B4-BE49-F238E27FC236}">
                <a16:creationId xmlns:a16="http://schemas.microsoft.com/office/drawing/2014/main" id="{9C70E82C-D024-D93B-5A10-682827BA59A7}"/>
              </a:ext>
            </a:extLst>
          </p:cNvPr>
          <p:cNvSpPr txBox="1"/>
          <p:nvPr/>
        </p:nvSpPr>
        <p:spPr>
          <a:xfrm>
            <a:off x="175100" y="117157"/>
            <a:ext cx="8097711" cy="707886"/>
          </a:xfrm>
          <a:prstGeom prst="rect">
            <a:avLst/>
          </a:prstGeom>
          <a:noFill/>
        </p:spPr>
        <p:txBody>
          <a:bodyPr wrap="square" rtlCol="0">
            <a:spAutoFit/>
            <a:scene3d>
              <a:camera prst="orthographicFront"/>
              <a:lightRig rig="threePt" dir="t"/>
            </a:scene3d>
            <a:sp3d contourW="12700"/>
          </a:bodyPr>
          <a:lstStyle/>
          <a:p>
            <a:r>
              <a:rPr lang="es-MX" sz="2000" b="1" dirty="0">
                <a:solidFill>
                  <a:schemeClr val="tx1">
                    <a:lumMod val="50000"/>
                    <a:lumOff val="50000"/>
                  </a:schemeClr>
                </a:solidFill>
                <a:latin typeface="Raleway"/>
              </a:rPr>
              <a:t>Propuesta para el Control de Casos de Unificación de Registros sin Identificación de Registro Principal – </a:t>
            </a:r>
            <a:r>
              <a:rPr lang="es-PE" sz="2000" b="1" dirty="0">
                <a:solidFill>
                  <a:srgbClr val="FF0000"/>
                </a:solidFill>
                <a:latin typeface="Raleway"/>
              </a:rPr>
              <a:t>SEGUNDA TABLA</a:t>
            </a:r>
          </a:p>
        </p:txBody>
      </p:sp>
      <p:sp>
        <p:nvSpPr>
          <p:cNvPr id="4" name="CuadroTexto 3">
            <a:extLst>
              <a:ext uri="{FF2B5EF4-FFF2-40B4-BE49-F238E27FC236}">
                <a16:creationId xmlns:a16="http://schemas.microsoft.com/office/drawing/2014/main" id="{C2C0987C-3ADF-0926-B5F7-9521A921F9BA}"/>
              </a:ext>
            </a:extLst>
          </p:cNvPr>
          <p:cNvSpPr txBox="1"/>
          <p:nvPr/>
        </p:nvSpPr>
        <p:spPr>
          <a:xfrm>
            <a:off x="374609" y="4763683"/>
            <a:ext cx="3599864" cy="954107"/>
          </a:xfrm>
          <a:prstGeom prst="rect">
            <a:avLst/>
          </a:prstGeom>
          <a:noFill/>
        </p:spPr>
        <p:txBody>
          <a:bodyPr wrap="square">
            <a:spAutoFit/>
          </a:bodyPr>
          <a:lstStyle/>
          <a:p>
            <a:pPr algn="just"/>
            <a:r>
              <a:rPr lang="es-MX" b="1" dirty="0"/>
              <a:t>Nota: </a:t>
            </a:r>
            <a:r>
              <a:rPr lang="es-MX" dirty="0"/>
              <a:t>Relacionada con la anterior, esta tabla almacena los registros individuales que componen cada grupo no unificable, con sus atributos más relevantes.</a:t>
            </a:r>
            <a:endParaRPr lang="es-PE" dirty="0"/>
          </a:p>
        </p:txBody>
      </p:sp>
      <p:sp>
        <p:nvSpPr>
          <p:cNvPr id="6" name="Rectángulo 5">
            <a:extLst>
              <a:ext uri="{FF2B5EF4-FFF2-40B4-BE49-F238E27FC236}">
                <a16:creationId xmlns:a16="http://schemas.microsoft.com/office/drawing/2014/main" id="{6D6B5284-D412-23B1-CADB-BEDD4FB122D0}"/>
              </a:ext>
            </a:extLst>
          </p:cNvPr>
          <p:cNvSpPr/>
          <p:nvPr/>
        </p:nvSpPr>
        <p:spPr>
          <a:xfrm>
            <a:off x="4207264" y="1225987"/>
            <a:ext cx="4761572" cy="505838"/>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MX" sz="1800" b="1" dirty="0"/>
              <a:t>TABLA 2: </a:t>
            </a:r>
            <a:r>
              <a:rPr lang="es-PE" sz="1800" b="1" dirty="0"/>
              <a:t>ElementoGrupoNoUnificable </a:t>
            </a:r>
          </a:p>
        </p:txBody>
      </p:sp>
      <p:graphicFrame>
        <p:nvGraphicFramePr>
          <p:cNvPr id="9" name="Tabla 8">
            <a:extLst>
              <a:ext uri="{FF2B5EF4-FFF2-40B4-BE49-F238E27FC236}">
                <a16:creationId xmlns:a16="http://schemas.microsoft.com/office/drawing/2014/main" id="{64B81FA8-7A02-19F9-EE00-F73062D46507}"/>
              </a:ext>
            </a:extLst>
          </p:cNvPr>
          <p:cNvGraphicFramePr>
            <a:graphicFrameLocks noGrp="1"/>
          </p:cNvGraphicFramePr>
          <p:nvPr>
            <p:extLst>
              <p:ext uri="{D42A27DB-BD31-4B8C-83A1-F6EECF244321}">
                <p14:modId xmlns:p14="http://schemas.microsoft.com/office/powerpoint/2010/main" val="3771343857"/>
              </p:ext>
            </p:extLst>
          </p:nvPr>
        </p:nvGraphicFramePr>
        <p:xfrm>
          <a:off x="4207264" y="1928970"/>
          <a:ext cx="4761572" cy="3739749"/>
        </p:xfrm>
        <a:graphic>
          <a:graphicData uri="http://schemas.openxmlformats.org/drawingml/2006/table">
            <a:tbl>
              <a:tblPr/>
              <a:tblGrid>
                <a:gridCol w="1671730">
                  <a:extLst>
                    <a:ext uri="{9D8B030D-6E8A-4147-A177-3AD203B41FA5}">
                      <a16:colId xmlns:a16="http://schemas.microsoft.com/office/drawing/2014/main" val="1633609355"/>
                    </a:ext>
                  </a:extLst>
                </a:gridCol>
                <a:gridCol w="1446689">
                  <a:extLst>
                    <a:ext uri="{9D8B030D-6E8A-4147-A177-3AD203B41FA5}">
                      <a16:colId xmlns:a16="http://schemas.microsoft.com/office/drawing/2014/main" val="576849719"/>
                    </a:ext>
                  </a:extLst>
                </a:gridCol>
                <a:gridCol w="1643153">
                  <a:extLst>
                    <a:ext uri="{9D8B030D-6E8A-4147-A177-3AD203B41FA5}">
                      <a16:colId xmlns:a16="http://schemas.microsoft.com/office/drawing/2014/main" val="2745091564"/>
                    </a:ext>
                  </a:extLst>
                </a:gridCol>
              </a:tblGrid>
              <a:tr h="345208">
                <a:tc>
                  <a:txBody>
                    <a:bodyPr/>
                    <a:lstStyle/>
                    <a:p>
                      <a:pPr algn="ctr" fontAlgn="ctr">
                        <a:buNone/>
                      </a:pPr>
                      <a:r>
                        <a:rPr lang="es-PE" sz="1600" b="1" i="0" u="none" strike="noStrike" dirty="0">
                          <a:solidFill>
                            <a:srgbClr val="FFFFFF"/>
                          </a:solidFill>
                          <a:effectLst/>
                          <a:latin typeface="Calibri" panose="020F0502020204030204" pitchFamily="34" charset="0"/>
                        </a:rPr>
                        <a:t>Campo</a:t>
                      </a:r>
                    </a:p>
                  </a:txBody>
                  <a:tcPr marL="9525" marR="9525" marT="9525" marB="0" anchor="ctr">
                    <a:lnL w="6350" cap="flat" cmpd="sng" algn="ctr">
                      <a:solidFill>
                        <a:srgbClr val="C4D79B"/>
                      </a:solidFill>
                      <a:prstDash val="solid"/>
                      <a:round/>
                      <a:headEnd type="none" w="med" len="med"/>
                      <a:tailEnd type="none" w="med" len="med"/>
                    </a:lnL>
                    <a:lnR>
                      <a:noFill/>
                    </a:lnR>
                    <a:lnT w="6350" cap="flat" cmpd="sng" algn="ctr">
                      <a:solidFill>
                        <a:srgbClr val="C4D79B"/>
                      </a:solidFill>
                      <a:prstDash val="solid"/>
                      <a:round/>
                      <a:headEnd type="none" w="med" len="med"/>
                      <a:tailEnd type="none" w="med" len="med"/>
                    </a:lnT>
                    <a:lnB w="6350" cap="flat" cmpd="sng" algn="ctr">
                      <a:solidFill>
                        <a:srgbClr val="C4D79B"/>
                      </a:solidFill>
                      <a:prstDash val="solid"/>
                      <a:round/>
                      <a:headEnd type="none" w="med" len="med"/>
                      <a:tailEnd type="none" w="med" len="med"/>
                    </a:lnB>
                    <a:solidFill>
                      <a:srgbClr val="9BBB59"/>
                    </a:solidFill>
                  </a:tcPr>
                </a:tc>
                <a:tc>
                  <a:txBody>
                    <a:bodyPr/>
                    <a:lstStyle/>
                    <a:p>
                      <a:pPr algn="ctr" fontAlgn="ctr">
                        <a:buNone/>
                      </a:pPr>
                      <a:r>
                        <a:rPr lang="es-PE" sz="1600" b="1" i="0" u="none" strike="noStrike">
                          <a:solidFill>
                            <a:srgbClr val="FFFFFF"/>
                          </a:solidFill>
                          <a:effectLst/>
                          <a:latin typeface="Calibri" panose="020F0502020204030204" pitchFamily="34" charset="0"/>
                        </a:rPr>
                        <a:t>Tipo de dato</a:t>
                      </a:r>
                    </a:p>
                  </a:txBody>
                  <a:tcPr marL="9525" marR="9525" marT="9525" marB="0" anchor="ctr">
                    <a:lnL>
                      <a:noFill/>
                    </a:lnL>
                    <a:lnR>
                      <a:noFill/>
                    </a:lnR>
                    <a:lnT w="6350" cap="flat" cmpd="sng" algn="ctr">
                      <a:solidFill>
                        <a:srgbClr val="C4D79B"/>
                      </a:solidFill>
                      <a:prstDash val="solid"/>
                      <a:round/>
                      <a:headEnd type="none" w="med" len="med"/>
                      <a:tailEnd type="none" w="med" len="med"/>
                    </a:lnT>
                    <a:lnB w="6350" cap="flat" cmpd="sng" algn="ctr">
                      <a:solidFill>
                        <a:srgbClr val="C4D79B"/>
                      </a:solidFill>
                      <a:prstDash val="solid"/>
                      <a:round/>
                      <a:headEnd type="none" w="med" len="med"/>
                      <a:tailEnd type="none" w="med" len="med"/>
                    </a:lnB>
                    <a:solidFill>
                      <a:srgbClr val="9BBB59"/>
                    </a:solidFill>
                  </a:tcPr>
                </a:tc>
                <a:tc>
                  <a:txBody>
                    <a:bodyPr/>
                    <a:lstStyle/>
                    <a:p>
                      <a:pPr algn="ctr" fontAlgn="ctr">
                        <a:buNone/>
                      </a:pPr>
                      <a:r>
                        <a:rPr lang="es-PE" sz="1600" b="1" i="0" u="none" strike="noStrike">
                          <a:solidFill>
                            <a:srgbClr val="FFFFFF"/>
                          </a:solidFill>
                          <a:effectLst/>
                          <a:latin typeface="Calibri" panose="020F0502020204030204" pitchFamily="34" charset="0"/>
                        </a:rPr>
                        <a:t>Descripción</a:t>
                      </a:r>
                    </a:p>
                  </a:txBody>
                  <a:tcPr marL="9525" marR="9525" marT="9525" marB="0" anchor="ctr">
                    <a:lnL>
                      <a:noFill/>
                    </a:lnL>
                    <a:lnR w="6350" cap="flat" cmpd="sng" algn="ctr">
                      <a:solidFill>
                        <a:srgbClr val="C4D79B"/>
                      </a:solidFill>
                      <a:prstDash val="solid"/>
                      <a:round/>
                      <a:headEnd type="none" w="med" len="med"/>
                      <a:tailEnd type="none" w="med" len="med"/>
                    </a:lnR>
                    <a:lnT w="6350" cap="flat" cmpd="sng" algn="ctr">
                      <a:solidFill>
                        <a:srgbClr val="C4D79B"/>
                      </a:solidFill>
                      <a:prstDash val="solid"/>
                      <a:round/>
                      <a:headEnd type="none" w="med" len="med"/>
                      <a:tailEnd type="none" w="med" len="med"/>
                    </a:lnT>
                    <a:lnB w="6350" cap="flat" cmpd="sng" algn="ctr">
                      <a:solidFill>
                        <a:srgbClr val="C4D79B"/>
                      </a:solidFill>
                      <a:prstDash val="solid"/>
                      <a:round/>
                      <a:headEnd type="none" w="med" len="med"/>
                      <a:tailEnd type="none" w="med" len="med"/>
                    </a:lnB>
                    <a:solidFill>
                      <a:srgbClr val="9BBB59"/>
                    </a:solidFill>
                  </a:tcPr>
                </a:tc>
                <a:extLst>
                  <a:ext uri="{0D108BD9-81ED-4DB2-BD59-A6C34878D82A}">
                    <a16:rowId xmlns:a16="http://schemas.microsoft.com/office/drawing/2014/main" val="1251310417"/>
                  </a:ext>
                </a:extLst>
              </a:tr>
              <a:tr h="978088">
                <a:tc>
                  <a:txBody>
                    <a:bodyPr/>
                    <a:lstStyle/>
                    <a:p>
                      <a:pPr algn="l" fontAlgn="ctr">
                        <a:buNone/>
                      </a:pPr>
                      <a:r>
                        <a:rPr lang="es-PE" sz="1600" b="1" i="0" u="none" strike="noStrike" dirty="0" err="1">
                          <a:solidFill>
                            <a:srgbClr val="000000"/>
                          </a:solidFill>
                          <a:effectLst/>
                          <a:latin typeface="Arial Unicode MS"/>
                        </a:rPr>
                        <a:t>IdGrupo</a:t>
                      </a:r>
                      <a:endParaRPr lang="es-PE" sz="1600" b="1" i="0" u="none" strike="noStrike" dirty="0">
                        <a:solidFill>
                          <a:srgbClr val="000000"/>
                        </a:solidFill>
                        <a:effectLst/>
                        <a:latin typeface="Arial Unicode MS"/>
                      </a:endParaRPr>
                    </a:p>
                  </a:txBody>
                  <a:tcPr marL="9525" marR="9525" marT="9525" marB="0" anchor="ctr">
                    <a:lnL w="6350" cap="flat" cmpd="sng" algn="ctr">
                      <a:solidFill>
                        <a:srgbClr val="C4D79B"/>
                      </a:solidFill>
                      <a:prstDash val="solid"/>
                      <a:round/>
                      <a:headEnd type="none" w="med" len="med"/>
                      <a:tailEnd type="none" w="med" len="med"/>
                    </a:lnL>
                    <a:lnR>
                      <a:noFill/>
                    </a:lnR>
                    <a:lnT w="6350" cap="flat" cmpd="sng" algn="ctr">
                      <a:solidFill>
                        <a:srgbClr val="C4D79B"/>
                      </a:solidFill>
                      <a:prstDash val="solid"/>
                      <a:round/>
                      <a:headEnd type="none" w="med" len="med"/>
                      <a:tailEnd type="none" w="med" len="med"/>
                    </a:lnT>
                    <a:lnB w="6350" cap="flat" cmpd="sng" algn="ctr">
                      <a:solidFill>
                        <a:srgbClr val="C4D79B"/>
                      </a:solidFill>
                      <a:prstDash val="solid"/>
                      <a:round/>
                      <a:headEnd type="none" w="med" len="med"/>
                      <a:tailEnd type="none" w="med" len="med"/>
                    </a:lnB>
                    <a:solidFill>
                      <a:srgbClr val="EBF1DE"/>
                    </a:solidFill>
                  </a:tcPr>
                </a:tc>
                <a:tc>
                  <a:txBody>
                    <a:bodyPr/>
                    <a:lstStyle/>
                    <a:p>
                      <a:pPr algn="l" fontAlgn="ctr">
                        <a:buNone/>
                      </a:pPr>
                      <a:r>
                        <a:rPr lang="es-PE" sz="1600" b="0" i="0" u="none" strike="noStrike" dirty="0">
                          <a:solidFill>
                            <a:srgbClr val="000000"/>
                          </a:solidFill>
                          <a:effectLst/>
                          <a:latin typeface="Calibri" panose="020F0502020204030204" pitchFamily="34" charset="0"/>
                        </a:rPr>
                        <a:t>UUID / INT</a:t>
                      </a:r>
                    </a:p>
                  </a:txBody>
                  <a:tcPr marL="9525" marR="9525" marT="9525" marB="0" anchor="ctr">
                    <a:lnL>
                      <a:noFill/>
                    </a:lnL>
                    <a:lnR>
                      <a:noFill/>
                    </a:lnR>
                    <a:lnT w="6350" cap="flat" cmpd="sng" algn="ctr">
                      <a:solidFill>
                        <a:srgbClr val="C4D79B"/>
                      </a:solidFill>
                      <a:prstDash val="solid"/>
                      <a:round/>
                      <a:headEnd type="none" w="med" len="med"/>
                      <a:tailEnd type="none" w="med" len="med"/>
                    </a:lnT>
                    <a:lnB w="6350" cap="flat" cmpd="sng" algn="ctr">
                      <a:solidFill>
                        <a:srgbClr val="C4D79B"/>
                      </a:solidFill>
                      <a:prstDash val="solid"/>
                      <a:round/>
                      <a:headEnd type="none" w="med" len="med"/>
                      <a:tailEnd type="none" w="med" len="med"/>
                    </a:lnB>
                    <a:solidFill>
                      <a:srgbClr val="EBF1DE"/>
                    </a:solidFill>
                  </a:tcPr>
                </a:tc>
                <a:tc>
                  <a:txBody>
                    <a:bodyPr/>
                    <a:lstStyle/>
                    <a:p>
                      <a:pPr algn="just" fontAlgn="ctr">
                        <a:buNone/>
                      </a:pPr>
                      <a:r>
                        <a:rPr lang="es-PE" sz="1600" b="0" i="0" u="none" strike="noStrike">
                          <a:solidFill>
                            <a:srgbClr val="000000"/>
                          </a:solidFill>
                          <a:effectLst/>
                          <a:latin typeface="Calibri" panose="020F0502020204030204" pitchFamily="34" charset="0"/>
                        </a:rPr>
                        <a:t>Llave foránea a </a:t>
                      </a:r>
                      <a:r>
                        <a:rPr lang="es-PE" sz="1600" b="0" i="0" u="none" strike="noStrike">
                          <a:solidFill>
                            <a:srgbClr val="000000"/>
                          </a:solidFill>
                          <a:effectLst/>
                          <a:latin typeface="Arial Unicode MS"/>
                        </a:rPr>
                        <a:t>registrosPrincipales.id</a:t>
                      </a:r>
                      <a:endParaRPr lang="es-PE" sz="1600" b="0" i="0" u="none" strike="noStrike">
                        <a:solidFill>
                          <a:srgbClr val="000000"/>
                        </a:solidFill>
                        <a:effectLst/>
                        <a:latin typeface="Calibri" panose="020F0502020204030204" pitchFamily="34" charset="0"/>
                      </a:endParaRPr>
                    </a:p>
                  </a:txBody>
                  <a:tcPr marL="9525" marR="9525" marT="9525" marB="0" anchor="ctr">
                    <a:lnL>
                      <a:noFill/>
                    </a:lnL>
                    <a:lnR w="6350" cap="flat" cmpd="sng" algn="ctr">
                      <a:solidFill>
                        <a:srgbClr val="C4D79B"/>
                      </a:solidFill>
                      <a:prstDash val="solid"/>
                      <a:round/>
                      <a:headEnd type="none" w="med" len="med"/>
                      <a:tailEnd type="none" w="med" len="med"/>
                    </a:lnR>
                    <a:lnT w="6350" cap="flat" cmpd="sng" algn="ctr">
                      <a:solidFill>
                        <a:srgbClr val="C4D79B"/>
                      </a:solidFill>
                      <a:prstDash val="solid"/>
                      <a:round/>
                      <a:headEnd type="none" w="med" len="med"/>
                      <a:tailEnd type="none" w="med" len="med"/>
                    </a:lnT>
                    <a:lnB w="6350" cap="flat" cmpd="sng" algn="ctr">
                      <a:solidFill>
                        <a:srgbClr val="C4D79B"/>
                      </a:solidFill>
                      <a:prstDash val="solid"/>
                      <a:round/>
                      <a:headEnd type="none" w="med" len="med"/>
                      <a:tailEnd type="none" w="med" len="med"/>
                    </a:lnB>
                    <a:solidFill>
                      <a:srgbClr val="EBF1DE"/>
                    </a:solidFill>
                  </a:tcPr>
                </a:tc>
                <a:extLst>
                  <a:ext uri="{0D108BD9-81ED-4DB2-BD59-A6C34878D82A}">
                    <a16:rowId xmlns:a16="http://schemas.microsoft.com/office/drawing/2014/main" val="1524820740"/>
                  </a:ext>
                </a:extLst>
              </a:tr>
              <a:tr h="1035623">
                <a:tc>
                  <a:txBody>
                    <a:bodyPr/>
                    <a:lstStyle/>
                    <a:p>
                      <a:pPr algn="l" fontAlgn="ctr">
                        <a:buNone/>
                      </a:pPr>
                      <a:r>
                        <a:rPr lang="es-PE" sz="1600" b="1" i="0" u="none" strike="noStrike">
                          <a:solidFill>
                            <a:srgbClr val="000000"/>
                          </a:solidFill>
                          <a:effectLst/>
                          <a:latin typeface="Arial Unicode MS"/>
                        </a:rPr>
                        <a:t>IdElementoGrupo</a:t>
                      </a:r>
                    </a:p>
                  </a:txBody>
                  <a:tcPr marL="9525" marR="9525" marT="9525" marB="0" anchor="ctr">
                    <a:lnL w="6350" cap="flat" cmpd="sng" algn="ctr">
                      <a:solidFill>
                        <a:srgbClr val="C4D79B"/>
                      </a:solidFill>
                      <a:prstDash val="solid"/>
                      <a:round/>
                      <a:headEnd type="none" w="med" len="med"/>
                      <a:tailEnd type="none" w="med" len="med"/>
                    </a:lnL>
                    <a:lnR>
                      <a:noFill/>
                    </a:lnR>
                    <a:lnT w="6350" cap="flat" cmpd="sng" algn="ctr">
                      <a:solidFill>
                        <a:srgbClr val="C4D79B"/>
                      </a:solidFill>
                      <a:prstDash val="solid"/>
                      <a:round/>
                      <a:headEnd type="none" w="med" len="med"/>
                      <a:tailEnd type="none" w="med" len="med"/>
                    </a:lnT>
                    <a:lnB w="6350" cap="flat" cmpd="sng" algn="ctr">
                      <a:solidFill>
                        <a:srgbClr val="C4D79B"/>
                      </a:solidFill>
                      <a:prstDash val="solid"/>
                      <a:round/>
                      <a:headEnd type="none" w="med" len="med"/>
                      <a:tailEnd type="none" w="med" len="med"/>
                    </a:lnB>
                    <a:noFill/>
                  </a:tcPr>
                </a:tc>
                <a:tc>
                  <a:txBody>
                    <a:bodyPr/>
                    <a:lstStyle/>
                    <a:p>
                      <a:pPr algn="l" fontAlgn="ctr">
                        <a:buNone/>
                      </a:pPr>
                      <a:r>
                        <a:rPr lang="es-PE" sz="1600" b="0" i="0" u="none" strike="noStrike" dirty="0">
                          <a:solidFill>
                            <a:srgbClr val="000000"/>
                          </a:solidFill>
                          <a:effectLst/>
                          <a:latin typeface="Calibri" panose="020F0502020204030204" pitchFamily="34" charset="0"/>
                        </a:rPr>
                        <a:t>UUID / INT</a:t>
                      </a:r>
                    </a:p>
                  </a:txBody>
                  <a:tcPr marL="9525" marR="9525" marT="9525" marB="0" anchor="ctr">
                    <a:lnL>
                      <a:noFill/>
                    </a:lnL>
                    <a:lnR>
                      <a:noFill/>
                    </a:lnR>
                    <a:lnT w="6350" cap="flat" cmpd="sng" algn="ctr">
                      <a:solidFill>
                        <a:srgbClr val="C4D79B"/>
                      </a:solidFill>
                      <a:prstDash val="solid"/>
                      <a:round/>
                      <a:headEnd type="none" w="med" len="med"/>
                      <a:tailEnd type="none" w="med" len="med"/>
                    </a:lnT>
                    <a:lnB w="6350" cap="flat" cmpd="sng" algn="ctr">
                      <a:solidFill>
                        <a:srgbClr val="C4D79B"/>
                      </a:solidFill>
                      <a:prstDash val="solid"/>
                      <a:round/>
                      <a:headEnd type="none" w="med" len="med"/>
                      <a:tailEnd type="none" w="med" len="med"/>
                    </a:lnB>
                    <a:noFill/>
                  </a:tcPr>
                </a:tc>
                <a:tc>
                  <a:txBody>
                    <a:bodyPr/>
                    <a:lstStyle/>
                    <a:p>
                      <a:pPr algn="just" fontAlgn="ctr">
                        <a:buNone/>
                      </a:pPr>
                      <a:r>
                        <a:rPr lang="es-MX" sz="1600" b="0" i="0" u="none" strike="noStrike" dirty="0">
                          <a:solidFill>
                            <a:srgbClr val="000000"/>
                          </a:solidFill>
                          <a:effectLst/>
                          <a:latin typeface="Calibri" panose="020F0502020204030204" pitchFamily="34" charset="0"/>
                        </a:rPr>
                        <a:t>ID de la persona identificada como repetida</a:t>
                      </a:r>
                    </a:p>
                  </a:txBody>
                  <a:tcPr marL="9525" marR="9525" marT="9525" marB="0" anchor="ctr">
                    <a:lnL>
                      <a:noFill/>
                    </a:lnL>
                    <a:lnR w="6350" cap="flat" cmpd="sng" algn="ctr">
                      <a:solidFill>
                        <a:srgbClr val="C4D79B"/>
                      </a:solidFill>
                      <a:prstDash val="solid"/>
                      <a:round/>
                      <a:headEnd type="none" w="med" len="med"/>
                      <a:tailEnd type="none" w="med" len="med"/>
                    </a:lnR>
                    <a:lnT w="6350" cap="flat" cmpd="sng" algn="ctr">
                      <a:solidFill>
                        <a:srgbClr val="C4D79B"/>
                      </a:solidFill>
                      <a:prstDash val="solid"/>
                      <a:round/>
                      <a:headEnd type="none" w="med" len="med"/>
                      <a:tailEnd type="none" w="med" len="med"/>
                    </a:lnT>
                    <a:lnB w="6350" cap="flat" cmpd="sng" algn="ctr">
                      <a:solidFill>
                        <a:srgbClr val="C4D79B"/>
                      </a:solidFill>
                      <a:prstDash val="solid"/>
                      <a:round/>
                      <a:headEnd type="none" w="med" len="med"/>
                      <a:tailEnd type="none" w="med" len="med"/>
                    </a:lnB>
                    <a:noFill/>
                  </a:tcPr>
                </a:tc>
                <a:extLst>
                  <a:ext uri="{0D108BD9-81ED-4DB2-BD59-A6C34878D82A}">
                    <a16:rowId xmlns:a16="http://schemas.microsoft.com/office/drawing/2014/main" val="2864839618"/>
                  </a:ext>
                </a:extLst>
              </a:tr>
              <a:tr h="1380830">
                <a:tc>
                  <a:txBody>
                    <a:bodyPr/>
                    <a:lstStyle/>
                    <a:p>
                      <a:pPr algn="l" fontAlgn="ctr">
                        <a:buNone/>
                      </a:pPr>
                      <a:r>
                        <a:rPr lang="es-PE" sz="1600" b="1" i="0" u="none" strike="noStrike" dirty="0">
                          <a:solidFill>
                            <a:srgbClr val="000000"/>
                          </a:solidFill>
                          <a:effectLst/>
                          <a:latin typeface="Arial Unicode MS"/>
                        </a:rPr>
                        <a:t>FechaAuditoria</a:t>
                      </a:r>
                    </a:p>
                  </a:txBody>
                  <a:tcPr marL="9525" marR="9525" marT="9525" marB="0" anchor="ctr">
                    <a:lnL w="6350" cap="flat" cmpd="sng" algn="ctr">
                      <a:solidFill>
                        <a:srgbClr val="C4D79B"/>
                      </a:solidFill>
                      <a:prstDash val="solid"/>
                      <a:round/>
                      <a:headEnd type="none" w="med" len="med"/>
                      <a:tailEnd type="none" w="med" len="med"/>
                    </a:lnL>
                    <a:lnR>
                      <a:noFill/>
                    </a:lnR>
                    <a:lnT w="6350" cap="flat" cmpd="sng" algn="ctr">
                      <a:solidFill>
                        <a:srgbClr val="C4D79B"/>
                      </a:solidFill>
                      <a:prstDash val="solid"/>
                      <a:round/>
                      <a:headEnd type="none" w="med" len="med"/>
                      <a:tailEnd type="none" w="med" len="med"/>
                    </a:lnT>
                    <a:lnB w="6350" cap="flat" cmpd="sng" algn="ctr">
                      <a:solidFill>
                        <a:srgbClr val="C4D79B"/>
                      </a:solidFill>
                      <a:prstDash val="solid"/>
                      <a:round/>
                      <a:headEnd type="none" w="med" len="med"/>
                      <a:tailEnd type="none" w="med" len="med"/>
                    </a:lnB>
                    <a:solidFill>
                      <a:srgbClr val="EBF1DE"/>
                    </a:solidFill>
                  </a:tcPr>
                </a:tc>
                <a:tc>
                  <a:txBody>
                    <a:bodyPr/>
                    <a:lstStyle/>
                    <a:p>
                      <a:pPr algn="l" fontAlgn="ctr">
                        <a:buNone/>
                      </a:pPr>
                      <a:r>
                        <a:rPr lang="es-PE" sz="1600" b="0" i="0" u="none" strike="noStrike" dirty="0">
                          <a:solidFill>
                            <a:srgbClr val="000000"/>
                          </a:solidFill>
                          <a:effectLst/>
                          <a:latin typeface="Calibri" panose="020F0502020204030204" pitchFamily="34" charset="0"/>
                        </a:rPr>
                        <a:t>TIMESTAMP</a:t>
                      </a:r>
                    </a:p>
                  </a:txBody>
                  <a:tcPr marL="9525" marR="9525" marT="9525" marB="0" anchor="ctr">
                    <a:lnL>
                      <a:noFill/>
                    </a:lnL>
                    <a:lnR>
                      <a:noFill/>
                    </a:lnR>
                    <a:lnT w="6350" cap="flat" cmpd="sng" algn="ctr">
                      <a:solidFill>
                        <a:srgbClr val="C4D79B"/>
                      </a:solidFill>
                      <a:prstDash val="solid"/>
                      <a:round/>
                      <a:headEnd type="none" w="med" len="med"/>
                      <a:tailEnd type="none" w="med" len="med"/>
                    </a:lnT>
                    <a:lnB w="6350" cap="flat" cmpd="sng" algn="ctr">
                      <a:solidFill>
                        <a:srgbClr val="C4D79B"/>
                      </a:solidFill>
                      <a:prstDash val="solid"/>
                      <a:round/>
                      <a:headEnd type="none" w="med" len="med"/>
                      <a:tailEnd type="none" w="med" len="med"/>
                    </a:lnB>
                    <a:solidFill>
                      <a:srgbClr val="EBF1DE"/>
                    </a:solidFill>
                  </a:tcPr>
                </a:tc>
                <a:tc>
                  <a:txBody>
                    <a:bodyPr/>
                    <a:lstStyle/>
                    <a:p>
                      <a:pPr algn="just" fontAlgn="ctr">
                        <a:buNone/>
                      </a:pPr>
                      <a:r>
                        <a:rPr lang="es-MX" sz="1600" b="0" i="0" u="none" strike="noStrike" dirty="0">
                          <a:solidFill>
                            <a:srgbClr val="000000"/>
                          </a:solidFill>
                          <a:effectLst/>
                          <a:latin typeface="Calibri" panose="020F0502020204030204" pitchFamily="34" charset="0"/>
                        </a:rPr>
                        <a:t>Fecha de registro en esta tabla del duplicado detectado</a:t>
                      </a:r>
                    </a:p>
                  </a:txBody>
                  <a:tcPr marL="9525" marR="9525" marT="9525" marB="0" anchor="ctr">
                    <a:lnL>
                      <a:noFill/>
                    </a:lnL>
                    <a:lnR w="6350" cap="flat" cmpd="sng" algn="ctr">
                      <a:solidFill>
                        <a:srgbClr val="C4D79B"/>
                      </a:solidFill>
                      <a:prstDash val="solid"/>
                      <a:round/>
                      <a:headEnd type="none" w="med" len="med"/>
                      <a:tailEnd type="none" w="med" len="med"/>
                    </a:lnR>
                    <a:lnT w="6350" cap="flat" cmpd="sng" algn="ctr">
                      <a:solidFill>
                        <a:srgbClr val="C4D79B"/>
                      </a:solidFill>
                      <a:prstDash val="solid"/>
                      <a:round/>
                      <a:headEnd type="none" w="med" len="med"/>
                      <a:tailEnd type="none" w="med" len="med"/>
                    </a:lnT>
                    <a:lnB w="6350" cap="flat" cmpd="sng" algn="ctr">
                      <a:solidFill>
                        <a:srgbClr val="C4D79B"/>
                      </a:solidFill>
                      <a:prstDash val="solid"/>
                      <a:round/>
                      <a:headEnd type="none" w="med" len="med"/>
                      <a:tailEnd type="none" w="med" len="med"/>
                    </a:lnB>
                    <a:solidFill>
                      <a:srgbClr val="EBF1DE"/>
                    </a:solidFill>
                  </a:tcPr>
                </a:tc>
                <a:extLst>
                  <a:ext uri="{0D108BD9-81ED-4DB2-BD59-A6C34878D82A}">
                    <a16:rowId xmlns:a16="http://schemas.microsoft.com/office/drawing/2014/main" val="3781113417"/>
                  </a:ext>
                </a:extLst>
              </a:tr>
            </a:tbl>
          </a:graphicData>
        </a:graphic>
      </p:graphicFrame>
      <p:sp>
        <p:nvSpPr>
          <p:cNvPr id="7" name="Rectángulo 6">
            <a:extLst>
              <a:ext uri="{FF2B5EF4-FFF2-40B4-BE49-F238E27FC236}">
                <a16:creationId xmlns:a16="http://schemas.microsoft.com/office/drawing/2014/main" id="{FA9AE779-4F68-B7D2-F3CC-0B1491570A99}"/>
              </a:ext>
            </a:extLst>
          </p:cNvPr>
          <p:cNvSpPr/>
          <p:nvPr/>
        </p:nvSpPr>
        <p:spPr>
          <a:xfrm>
            <a:off x="308106" y="1422660"/>
            <a:ext cx="3732871" cy="618330"/>
          </a:xfrm>
          <a:prstGeom prst="rect">
            <a:avLst/>
          </a:prstGeom>
          <a:solidFill>
            <a:srgbClr val="579D68">
              <a:alpha val="16863"/>
            </a:srgb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solidFill>
                <a:schemeClr val="accent3">
                  <a:lumMod val="20000"/>
                  <a:lumOff val="80000"/>
                </a:schemeClr>
              </a:solidFill>
            </a:endParaRPr>
          </a:p>
        </p:txBody>
      </p:sp>
    </p:spTree>
    <p:extLst>
      <p:ext uri="{BB962C8B-B14F-4D97-AF65-F5344CB8AC3E}">
        <p14:creationId xmlns:p14="http://schemas.microsoft.com/office/powerpoint/2010/main" val="1456526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2F8F61E-D9F4-FCD7-6C9D-C11AA8A6156F}"/>
              </a:ext>
            </a:extLst>
          </p:cNvPr>
          <p:cNvSpPr>
            <a:spLocks noGrp="1"/>
          </p:cNvSpPr>
          <p:nvPr>
            <p:ph type="sldNum" idx="12"/>
          </p:nvPr>
        </p:nvSpPr>
        <p:spPr/>
        <p:txBody>
          <a:bodyPr/>
          <a:lstStyle/>
          <a:p>
            <a:pPr marL="0" lvl="0" indent="0">
              <a:spcBef>
                <a:spcPts val="0"/>
              </a:spcBef>
              <a:spcAft>
                <a:spcPts val="0"/>
              </a:spcAft>
              <a:buNone/>
            </a:pPr>
            <a:fld id="{00000000-1234-1234-1234-123412341234}" type="slidenum">
              <a:rPr lang="es-PE" smtClean="0"/>
              <a:t>5</a:t>
            </a:fld>
            <a:endParaRPr lang="es-PE"/>
          </a:p>
        </p:txBody>
      </p:sp>
      <p:sp>
        <p:nvSpPr>
          <p:cNvPr id="5" name="文本框 10">
            <a:extLst>
              <a:ext uri="{FF2B5EF4-FFF2-40B4-BE49-F238E27FC236}">
                <a16:creationId xmlns:a16="http://schemas.microsoft.com/office/drawing/2014/main" id="{3C86C178-989C-6153-FD09-2274324A27B3}"/>
              </a:ext>
            </a:extLst>
          </p:cNvPr>
          <p:cNvSpPr txBox="1"/>
          <p:nvPr/>
        </p:nvSpPr>
        <p:spPr>
          <a:xfrm>
            <a:off x="0" y="31758"/>
            <a:ext cx="8190688" cy="923330"/>
          </a:xfrm>
          <a:prstGeom prst="rect">
            <a:avLst/>
          </a:prstGeom>
          <a:noFill/>
        </p:spPr>
        <p:txBody>
          <a:bodyPr wrap="square" rtlCol="0">
            <a:spAutoFit/>
            <a:scene3d>
              <a:camera prst="orthographicFront"/>
              <a:lightRig rig="threePt" dir="t"/>
            </a:scene3d>
            <a:sp3d contourW="12700"/>
          </a:bodyPr>
          <a:lstStyle/>
          <a:p>
            <a:r>
              <a:rPr lang="es-MX" sz="1800" b="1" dirty="0">
                <a:solidFill>
                  <a:schemeClr val="tx1">
                    <a:lumMod val="50000"/>
                    <a:lumOff val="50000"/>
                  </a:schemeClr>
                </a:solidFill>
                <a:latin typeface="Raleway"/>
              </a:rPr>
              <a:t>Propuesta para el Control de Casos de Unificación de Registros sin Identificación de Registro Principal – </a:t>
            </a:r>
            <a:r>
              <a:rPr lang="es-MX" sz="1800" b="1" dirty="0">
                <a:solidFill>
                  <a:srgbClr val="FF0000"/>
                </a:solidFill>
                <a:latin typeface="Raleway"/>
              </a:rPr>
              <a:t>Diagrama Entidad–Relación (DER o ERD)</a:t>
            </a:r>
            <a:endParaRPr lang="es-PE" sz="1800" b="1" dirty="0">
              <a:solidFill>
                <a:srgbClr val="FF0000"/>
              </a:solidFill>
              <a:latin typeface="Raleway"/>
            </a:endParaRPr>
          </a:p>
        </p:txBody>
      </p:sp>
      <p:pic>
        <p:nvPicPr>
          <p:cNvPr id="7" name="Imagen 6">
            <a:extLst>
              <a:ext uri="{FF2B5EF4-FFF2-40B4-BE49-F238E27FC236}">
                <a16:creationId xmlns:a16="http://schemas.microsoft.com/office/drawing/2014/main" id="{22E3CBE6-F4BE-0F7D-D762-AD6FD9988CF2}"/>
              </a:ext>
            </a:extLst>
          </p:cNvPr>
          <p:cNvPicPr>
            <a:picLocks noChangeAspect="1"/>
          </p:cNvPicPr>
          <p:nvPr/>
        </p:nvPicPr>
        <p:blipFill>
          <a:blip r:embed="rId2"/>
          <a:stretch>
            <a:fillRect/>
          </a:stretch>
        </p:blipFill>
        <p:spPr>
          <a:xfrm>
            <a:off x="741098" y="3429000"/>
            <a:ext cx="7942096" cy="2730166"/>
          </a:xfrm>
          <a:prstGeom prst="rect">
            <a:avLst/>
          </a:prstGeom>
          <a:ln>
            <a:solidFill>
              <a:schemeClr val="accent3">
                <a:lumMod val="75000"/>
              </a:schemeClr>
            </a:solidFill>
          </a:ln>
        </p:spPr>
      </p:pic>
      <p:pic>
        <p:nvPicPr>
          <p:cNvPr id="9" name="Imagen 8">
            <a:extLst>
              <a:ext uri="{FF2B5EF4-FFF2-40B4-BE49-F238E27FC236}">
                <a16:creationId xmlns:a16="http://schemas.microsoft.com/office/drawing/2014/main" id="{29FBE5A9-C18F-87F7-8861-65A6E460FD8A}"/>
              </a:ext>
            </a:extLst>
          </p:cNvPr>
          <p:cNvPicPr>
            <a:picLocks noChangeAspect="1"/>
          </p:cNvPicPr>
          <p:nvPr/>
        </p:nvPicPr>
        <p:blipFill>
          <a:blip r:embed="rId3"/>
          <a:stretch>
            <a:fillRect/>
          </a:stretch>
        </p:blipFill>
        <p:spPr>
          <a:xfrm>
            <a:off x="741098" y="880512"/>
            <a:ext cx="7449590" cy="2343477"/>
          </a:xfrm>
          <a:prstGeom prst="rect">
            <a:avLst/>
          </a:prstGeom>
        </p:spPr>
      </p:pic>
    </p:spTree>
    <p:extLst>
      <p:ext uri="{BB962C8B-B14F-4D97-AF65-F5344CB8AC3E}">
        <p14:creationId xmlns:p14="http://schemas.microsoft.com/office/powerpoint/2010/main" val="1273912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EB50-75D2-C68D-C9BF-D105C03589F9}"/>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AE94C6D-CDB9-6E6D-B2BC-D92700250339}"/>
              </a:ext>
            </a:extLst>
          </p:cNvPr>
          <p:cNvSpPr>
            <a:spLocks noGrp="1"/>
          </p:cNvSpPr>
          <p:nvPr>
            <p:ph type="sldNum" idx="12"/>
          </p:nvPr>
        </p:nvSpPr>
        <p:spPr/>
        <p:txBody>
          <a:bodyPr/>
          <a:lstStyle/>
          <a:p>
            <a:pPr marL="0" lvl="0" indent="0">
              <a:spcBef>
                <a:spcPts val="0"/>
              </a:spcBef>
              <a:spcAft>
                <a:spcPts val="0"/>
              </a:spcAft>
              <a:buNone/>
            </a:pPr>
            <a:fld id="{00000000-1234-1234-1234-123412341234}" type="slidenum">
              <a:rPr lang="es-PE" smtClean="0"/>
              <a:t>6</a:t>
            </a:fld>
            <a:endParaRPr lang="es-PE"/>
          </a:p>
        </p:txBody>
      </p:sp>
      <p:sp>
        <p:nvSpPr>
          <p:cNvPr id="5" name="文本框 10">
            <a:extLst>
              <a:ext uri="{FF2B5EF4-FFF2-40B4-BE49-F238E27FC236}">
                <a16:creationId xmlns:a16="http://schemas.microsoft.com/office/drawing/2014/main" id="{AB8EC5E5-5766-2F9E-9A62-9A475BDD500B}"/>
              </a:ext>
            </a:extLst>
          </p:cNvPr>
          <p:cNvSpPr txBox="1"/>
          <p:nvPr/>
        </p:nvSpPr>
        <p:spPr>
          <a:xfrm>
            <a:off x="212281" y="136883"/>
            <a:ext cx="8190688" cy="923330"/>
          </a:xfrm>
          <a:prstGeom prst="rect">
            <a:avLst/>
          </a:prstGeom>
          <a:noFill/>
        </p:spPr>
        <p:txBody>
          <a:bodyPr wrap="square" rtlCol="0">
            <a:spAutoFit/>
            <a:scene3d>
              <a:camera prst="orthographicFront"/>
              <a:lightRig rig="threePt" dir="t"/>
            </a:scene3d>
            <a:sp3d contourW="12700"/>
          </a:bodyPr>
          <a:lstStyle/>
          <a:p>
            <a:r>
              <a:rPr lang="es-MX" sz="1800" b="1" dirty="0">
                <a:solidFill>
                  <a:schemeClr val="tx1">
                    <a:lumMod val="50000"/>
                    <a:lumOff val="50000"/>
                  </a:schemeClr>
                </a:solidFill>
                <a:latin typeface="Raleway"/>
              </a:rPr>
              <a:t>Propuesta para el Control de Casos de Unificación de Registros sin Identificación de Registro Principal – </a:t>
            </a:r>
            <a:r>
              <a:rPr lang="es-MX" sz="1800" b="1" dirty="0">
                <a:solidFill>
                  <a:srgbClr val="FF0000"/>
                </a:solidFill>
                <a:latin typeface="Raleway"/>
              </a:rPr>
              <a:t>Impacto en el proceso de unificación</a:t>
            </a:r>
            <a:endParaRPr lang="es-PE" sz="1800" b="1" dirty="0">
              <a:solidFill>
                <a:srgbClr val="FF0000"/>
              </a:solidFill>
              <a:latin typeface="Raleway"/>
            </a:endParaRPr>
          </a:p>
        </p:txBody>
      </p:sp>
      <p:sp>
        <p:nvSpPr>
          <p:cNvPr id="17" name="CuadroTexto 16">
            <a:extLst>
              <a:ext uri="{FF2B5EF4-FFF2-40B4-BE49-F238E27FC236}">
                <a16:creationId xmlns:a16="http://schemas.microsoft.com/office/drawing/2014/main" id="{8CB1CB1E-7B81-FEEF-4AF2-DD618F60CB7B}"/>
              </a:ext>
            </a:extLst>
          </p:cNvPr>
          <p:cNvSpPr txBox="1"/>
          <p:nvPr/>
        </p:nvSpPr>
        <p:spPr>
          <a:xfrm>
            <a:off x="1010602" y="1233663"/>
            <a:ext cx="7122796" cy="954107"/>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p>
            <a:pPr algn="just"/>
            <a:r>
              <a:rPr lang="es-MX" dirty="0"/>
              <a:t>La creación de las tablas </a:t>
            </a:r>
            <a:r>
              <a:rPr lang="es-MX" dirty="0" err="1"/>
              <a:t>GrupoNoUnificable</a:t>
            </a:r>
            <a:r>
              <a:rPr lang="es-MX" dirty="0"/>
              <a:t> y </a:t>
            </a:r>
            <a:r>
              <a:rPr lang="es-MX" dirty="0" err="1"/>
              <a:t>ElementoGrupoNoUnificable</a:t>
            </a:r>
            <a:r>
              <a:rPr lang="es-MX" dirty="0"/>
              <a:t> añade una tarea de control al flujo de unificación, permitiendo gestionar los registros repetidos no unificables, asegurar su trazabilidad y habilitar su análisis posterior, evitando consolidaciones sin sustento y fortaleciendo la calidad del proceso.</a:t>
            </a:r>
            <a:endParaRPr lang="es-PE" dirty="0"/>
          </a:p>
        </p:txBody>
      </p:sp>
      <p:pic>
        <p:nvPicPr>
          <p:cNvPr id="2055" name="Imagen 2054">
            <a:extLst>
              <a:ext uri="{FF2B5EF4-FFF2-40B4-BE49-F238E27FC236}">
                <a16:creationId xmlns:a16="http://schemas.microsoft.com/office/drawing/2014/main" id="{A0003E4B-68F0-6B18-5733-0990F65AA19A}"/>
              </a:ext>
            </a:extLst>
          </p:cNvPr>
          <p:cNvPicPr>
            <a:picLocks noChangeAspect="1"/>
          </p:cNvPicPr>
          <p:nvPr/>
        </p:nvPicPr>
        <p:blipFill>
          <a:blip r:embed="rId2"/>
          <a:srcRect l="-1396" r="1396"/>
          <a:stretch>
            <a:fillRect/>
          </a:stretch>
        </p:blipFill>
        <p:spPr>
          <a:xfrm>
            <a:off x="1081722" y="2583422"/>
            <a:ext cx="7122796" cy="3041135"/>
          </a:xfrm>
          <a:prstGeom prst="rect">
            <a:avLst/>
          </a:prstGeom>
          <a:ln>
            <a:solidFill>
              <a:schemeClr val="accent3">
                <a:lumMod val="40000"/>
                <a:lumOff val="60000"/>
              </a:schemeClr>
            </a:solidFill>
          </a:ln>
        </p:spPr>
      </p:pic>
      <p:sp>
        <p:nvSpPr>
          <p:cNvPr id="4" name="Rectángulo 3">
            <a:extLst>
              <a:ext uri="{FF2B5EF4-FFF2-40B4-BE49-F238E27FC236}">
                <a16:creationId xmlns:a16="http://schemas.microsoft.com/office/drawing/2014/main" id="{1BE739BE-AF25-A3E7-E75D-0006ECC8C2E2}"/>
              </a:ext>
            </a:extLst>
          </p:cNvPr>
          <p:cNvSpPr/>
          <p:nvPr/>
        </p:nvSpPr>
        <p:spPr>
          <a:xfrm>
            <a:off x="6563360" y="4135120"/>
            <a:ext cx="1570038" cy="1340900"/>
          </a:xfrm>
          <a:prstGeom prst="rect">
            <a:avLst/>
          </a:prstGeom>
          <a:solidFill>
            <a:srgbClr val="FFC000">
              <a:alpha val="16078"/>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995249280"/>
      </p:ext>
    </p:extLst>
  </p:cSld>
  <p:clrMapOvr>
    <a:masterClrMapping/>
  </p:clrMapOvr>
</p:sld>
</file>

<file path=ppt/theme/theme1.xml><?xml version="1.0" encoding="utf-8"?>
<a:theme xmlns:a="http://schemas.openxmlformats.org/drawingml/2006/main" name="Antoni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17780</TotalTime>
  <Words>458</Words>
  <Application>Microsoft Office PowerPoint</Application>
  <PresentationFormat>Presentación en pantalla (4:3)</PresentationFormat>
  <Paragraphs>52</Paragraphs>
  <Slides>6</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vt:i4>
      </vt:variant>
    </vt:vector>
  </HeadingPairs>
  <TitlesOfParts>
    <vt:vector size="14" baseType="lpstr">
      <vt:lpstr>Calibri</vt:lpstr>
      <vt:lpstr>Lato</vt:lpstr>
      <vt:lpstr>Arial</vt:lpstr>
      <vt:lpstr>Raleway</vt:lpstr>
      <vt:lpstr>Wingdings</vt:lpstr>
      <vt:lpstr>Arial Unicode MS</vt:lpstr>
      <vt:lpstr>Aptos</vt:lpstr>
      <vt:lpstr>Antonio template</vt:lpstr>
      <vt:lpstr>Propuesta para el Control de Casos de Unificación de Registros sin Identificación de Registro Principal</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Corbacho Chinchilla, Julio José</dc:creator>
  <cp:lastModifiedBy>López Quiroz, Luis Antony</cp:lastModifiedBy>
  <cp:revision>65</cp:revision>
  <dcterms:modified xsi:type="dcterms:W3CDTF">2026-01-14T21:11:56Z</dcterms:modified>
</cp:coreProperties>
</file>